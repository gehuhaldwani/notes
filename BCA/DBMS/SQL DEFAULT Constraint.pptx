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5527-47C0-7D72-8A89-93D1BB33A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25DA3-FB28-F3BD-A42E-9F53DCCA0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BC253-9271-A21B-F42A-8E2C835A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88908-C581-5B83-5A2F-84313832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B407A-2ED6-515E-143F-2EF9E7E82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07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476B-DFC4-1470-50AA-25B1E2E9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0C72-7312-037F-FF46-5297242B0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E64A-1D5F-AEAB-09CE-90F80D5A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4C161-F21F-7C72-4681-8DBA3A31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610C2-F166-E9D2-61C2-04C03F0F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84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2C336-EECE-250A-7E8D-AF1110649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D76F-401F-9369-C8F8-BB6C8F59E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F2C6-8974-892B-F112-B91480C1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0C585-315A-DBB4-9D58-CB7A94FD0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EBDFB-47B2-CDDE-718F-2D4E514B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78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922E-E6FA-3B66-37D1-40621A33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00A9C-7345-0235-3A09-391599B8B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CB997-C6D4-9556-3420-4905E55B0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AFA72-EF9C-9AAB-B2B6-38BCB331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5FF2F-0858-C58C-1F19-CF868CBF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EA6D0-B687-5BA0-0E83-704EE2C8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153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41840-F19C-2321-5087-0C664A60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4456-69A7-2C4D-0F94-01A365A38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76C15-6E66-205F-7721-B775B6CFE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3CC54-FBEB-493C-CC39-CB38F36C6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F1EC7-DC32-D8BC-6CC5-032BF19F7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AC96F-44AB-B625-90F9-4AC08FE52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04C255-D4C6-ED81-6370-66D9479C9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318F6-30E4-C726-C304-A91175F6B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57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3E95-B9A2-EE0B-343B-20D43EAF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20D24-698F-245B-F82F-3DBE9BEE9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6D224-E874-FF67-25A0-F0CD6063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9480C-56F9-2763-BE09-E2D6DBEF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84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72021-B112-1098-3824-31B40E5D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24966-A035-7FFF-2BF8-8FCE9C8B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239F3-AC99-93F7-CDB1-0AA03D5B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3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7DBF-F72F-EFE5-D6C7-87675CD8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DE6C-9D99-81D2-2A85-BFA221328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CF683-3EEF-D187-449D-15AB5BFB0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008FA-DAB1-D91C-2F56-6CC3A8F5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82F69-515D-0CE4-00A0-BAF740D5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E9794-06CA-1E57-0043-D1100006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209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5D469-34DA-A957-DA0D-18293117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C58517-F0B6-F7C5-C3E6-E797A5427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490F9-D3EA-285E-3E2E-D7B986568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77AFD-13D4-C1CE-BFD5-A616A8B6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BD855-9D4F-8BE8-9D03-D02881C2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E08C3-7D60-02F1-1275-42EA58AF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99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7F52-1CFF-4130-795F-09214CDA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5C133-D2C5-5D4F-D9F0-2945DED4D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F37D-11B0-1E5A-691A-F2E76BA8F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8A84C-B192-E2EC-BBA2-AD6D71ED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5E7E6-271D-C03D-3BD2-7B885736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98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C9482-2925-B321-7135-F54AF6C42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4737B-104C-3995-22A4-6ED0F4A03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056AF-53A3-987B-B397-2210C3A0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FCE8A-1FF6-9061-8B37-865B0B87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1944E-B30E-D528-7FED-5A9A26F2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81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27C8F7-4D6F-359F-1131-98C6AE7A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FE6B5-4E24-7202-5EE4-9FD160ADF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41901-FD96-1687-A445-DEC91C49F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7A3DA-E0ED-4D7C-AA22-50707232EE50}" type="datetimeFigureOut">
              <a:rPr lang="en-IN" smtClean="0"/>
              <a:t>25-09-2024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B64E9-105C-C45E-A965-87BABBA6A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A3B5E-1AC4-EC44-2ED8-883FE11CE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B1013-BBDE-49DC-B441-FB3FB0A35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70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17AFFC-4404-5157-70AD-3EB49B61BE0E}"/>
              </a:ext>
            </a:extLst>
          </p:cNvPr>
          <p:cNvSpPr txBox="1"/>
          <p:nvPr/>
        </p:nvSpPr>
        <p:spPr>
          <a:xfrm>
            <a:off x="622570" y="2413338"/>
            <a:ext cx="1100198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ID int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varchar(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FirstName varchar(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Age int,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City varchar(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dirty="0">
                <a:solidFill>
                  <a:srgbClr val="A52A2A"/>
                </a:solidFill>
                <a:latin typeface="Consolas" panose="020B0609020204030204" pitchFamily="49" charset="0"/>
              </a:rPr>
              <a:t>’</a:t>
            </a:r>
            <a:r>
              <a:rPr lang="en-US" sz="32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Haldwani</a:t>
            </a:r>
            <a:r>
              <a:rPr lang="en-US" sz="3200" dirty="0">
                <a:solidFill>
                  <a:srgbClr val="A52A2A"/>
                </a:solidFill>
                <a:latin typeface="Consolas" panose="020B0609020204030204" pitchFamily="49" charset="0"/>
              </a:rPr>
              <a:t>’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5BD51-DDA8-0BEA-114B-00CAAFEEBBB4}"/>
              </a:ext>
            </a:extLst>
          </p:cNvPr>
          <p:cNvSpPr txBox="1"/>
          <p:nvPr/>
        </p:nvSpPr>
        <p:spPr>
          <a:xfrm>
            <a:off x="690664" y="217758"/>
            <a:ext cx="609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SQL DEFAULT Constraint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48E68B2-5346-1654-05B8-249926515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01" y="973725"/>
            <a:ext cx="11342452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constraint is used to set a default value for a column.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default value will be added to all new records, if no other value is specified.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56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39020E-EBF5-EEC6-21CD-A1A2B7B734B5}"/>
              </a:ext>
            </a:extLst>
          </p:cNvPr>
          <p:cNvSpPr txBox="1"/>
          <p:nvPr/>
        </p:nvSpPr>
        <p:spPr>
          <a:xfrm>
            <a:off x="342900" y="102779"/>
            <a:ext cx="109703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Orders </a:t>
            </a:r>
          </a:p>
          <a:p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ID int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OrderNumber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sz="3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date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GETDATE()</a:t>
            </a:r>
            <a:br>
              <a:rPr lang="en-US" sz="3200" dirty="0"/>
            </a:b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8FD64-DABB-583A-23A9-AB818A1984E4}"/>
              </a:ext>
            </a:extLst>
          </p:cNvPr>
          <p:cNvSpPr txBox="1"/>
          <p:nvPr/>
        </p:nvSpPr>
        <p:spPr>
          <a:xfrm>
            <a:off x="2881819" y="3358755"/>
            <a:ext cx="887892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</a:t>
            </a:r>
            <a:br>
              <a:rPr lang="en-US" sz="3200" dirty="0"/>
            </a:b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City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’</a:t>
            </a:r>
            <a:r>
              <a:rPr lang="en-US" sz="32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Nainitaal</a:t>
            </a:r>
            <a:r>
              <a:rPr lang="en-US" sz="3200" dirty="0">
                <a:solidFill>
                  <a:srgbClr val="A52A2A"/>
                </a:solidFill>
                <a:latin typeface="Consolas" panose="020B0609020204030204" pitchFamily="49" charset="0"/>
              </a:rPr>
              <a:t>’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940772-5343-5955-0316-F5B9EE65E401}"/>
              </a:ext>
            </a:extLst>
          </p:cNvPr>
          <p:cNvSpPr txBox="1"/>
          <p:nvPr/>
        </p:nvSpPr>
        <p:spPr>
          <a:xfrm>
            <a:off x="1004381" y="4983435"/>
            <a:ext cx="89664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TABLE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Persons</a:t>
            </a:r>
            <a:br>
              <a:rPr lang="en-US" sz="3200" dirty="0"/>
            </a:b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ALTER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City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DROP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32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3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8D87D-927A-90BA-F695-6EC755729E7D}"/>
              </a:ext>
            </a:extLst>
          </p:cNvPr>
          <p:cNvCxnSpPr/>
          <p:nvPr/>
        </p:nvCxnSpPr>
        <p:spPr>
          <a:xfrm flipV="1">
            <a:off x="496111" y="3064213"/>
            <a:ext cx="11089532" cy="3647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24C7BE-E436-3A46-7F96-3F4407217406}"/>
              </a:ext>
            </a:extLst>
          </p:cNvPr>
          <p:cNvCxnSpPr/>
          <p:nvPr/>
        </p:nvCxnSpPr>
        <p:spPr>
          <a:xfrm>
            <a:off x="515566" y="4527310"/>
            <a:ext cx="11333534" cy="456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882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126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Segoe UI</vt:lpstr>
      <vt:lpstr>Verdana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5</cp:revision>
  <dcterms:created xsi:type="dcterms:W3CDTF">2024-09-25T05:53:01Z</dcterms:created>
  <dcterms:modified xsi:type="dcterms:W3CDTF">2024-09-25T06:37:51Z</dcterms:modified>
</cp:coreProperties>
</file>