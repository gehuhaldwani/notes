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56" r:id="rId7"/>
    <p:sldId id="257" r:id="rId8"/>
    <p:sldId id="263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918C-5090-D182-BD5C-43EB6C49C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AEAC4-8DBE-40B3-7B66-8BBA3F6D8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2F61-C482-217B-D198-B3A80136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38BA-B24C-D276-4890-17A7BB9A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C7D3-FC0D-05FC-AC78-BB602D7E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62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D75B-DE24-5D41-8D75-70566015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AB8D-34D3-48F6-3388-CD5CD2283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69CC4-28BC-36D1-204B-AB73AC91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C74FA-EA0B-20A4-43D5-8A580FD6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97D81-A34E-8EE4-8469-FACA7357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63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4F049-1BC8-8D1C-F2AB-5AABC929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96D8F-190B-D638-4117-B5219C524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4F29-E3F5-F41B-4F1A-B8243607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24D14-DDB6-9FF5-3FE0-94A9CDE4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A5746-0027-E619-C77D-7AA20FC2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45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D617-A6C4-A016-C24D-08E3E6DC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9B18C-E59D-16D7-DDE4-DD878F0A8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E9B63-72FC-8657-6427-D1B3BA1FC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B75E9-4EB1-AF68-8B8F-0FD6DE15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6EA71-833C-EC02-D423-0C9F5E13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3D4FA-DFDB-1C02-6B08-1EC4A062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5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54C3-AC5F-9746-475F-726AF073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F74F1-A421-A94D-210E-AA40ADFDC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CFADF-E836-164D-EAB1-AA17B9EAE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C4583-A18E-5B34-C438-14199C5D3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E927AF-EB30-178F-EF6B-6BA19F647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29FAD-F750-FDFC-4A13-A0FA24BE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F54E8-AA37-B84A-989B-9CC0E928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E47DF-7271-3BA2-20ED-A6FBF923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83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8A8F-4E40-13C0-52BF-E25092E9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256E2-4BB5-FA0E-630F-2E9A4601A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D1B39-3EA0-8231-065C-A9A394D7F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B9D04-A580-FBF7-962B-48E99BB9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46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6089A-5292-2712-DF8C-1A0597F7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6C805-5880-3639-6BCC-2B0D0B3E1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8CAA0-118F-8F38-2F19-64AE7AA5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2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F18B-B255-A39F-4D6E-F6394745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4770-BF38-84C8-DCDA-31BA203F6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9B739-609B-B3C1-6129-563233F1D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32C97-90C9-76B6-0781-8A563CC0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3B516-F707-6C4C-645E-8A813160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74781-FD10-8FB2-4F0B-86DBDDA4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16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BA9E-283B-53F9-965A-B31E9B25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9C282-D182-65DB-35D7-74951D6B2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2AE11-621B-B45B-9CDA-8483EB6EB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23654-502E-EB14-B861-490FFA7B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8C73F-AE67-424B-475A-EFF168D8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BB28B-4BBE-7ED4-82B0-436C04D9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7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1F3B-1418-2919-A909-A063BF37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A1CA0-C07C-14F6-9B6E-7C44818D5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63B48-AC6A-5FDB-146B-A85C6E4C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4B048-07B5-81F3-89EB-8570172A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4984C-3C08-41C2-D85E-E8A40FC2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34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1CD41-FF0F-C19A-130A-F414E08CA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D6986-DE27-1AD9-5E55-14A464304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DB94-1A4C-7634-4EC5-EB76A900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F7C07-6F04-DB22-5212-AA2F6CD9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3DCA-5AE2-8C31-B177-F4ADF850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6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43CA4-D1AF-C4A3-3DF1-2C91A1E1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1E040-0C09-0302-3C3C-9D6700DEB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1838D-5005-AC45-6332-DF83CE776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B4484-42B2-40C5-A371-68244BCFFB37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44BB3-2D51-9B42-D73A-E7E9B78F8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5AE62-1ECA-C7CE-E092-9F166936D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D2348-CBB7-4927-A6DB-842DF884F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91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926C-0EC7-7C4E-CBD3-550CEEAC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0" y="160844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MySQL </a:t>
            </a:r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NOT NULL 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Constraint</a:t>
            </a: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42E90A-B34B-2DCD-D4B6-5177422C0F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394" y="927716"/>
            <a:ext cx="1182721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enforces a column to NOT accept NULL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By default, a column can hold NULL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NOT NULL on CREATE TABLE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CREATE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(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ID int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varchar(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FirstName varchar(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Age int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24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46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926C-0EC7-7C4E-CBD3-550CEEAC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19" y="4915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MySQL NOT NULL Constraint</a:t>
            </a: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42E90A-B34B-2DCD-D4B6-5177422C0F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4788" y="1817148"/>
            <a:ext cx="1182721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NOT NULL on ALTER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ALTER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MODIFY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Age int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Removing NOT NULL Constraint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u="none" strike="noStrike" cap="none" normalizeH="0" baseline="0" dirty="0">
              <a:ln>
                <a:noFill/>
              </a:ln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ALTER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MODIFY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Age int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52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3C5E06-7EE7-FA58-A197-0ED4F46F1727}"/>
              </a:ext>
            </a:extLst>
          </p:cNvPr>
          <p:cNvSpPr txBox="1"/>
          <p:nvPr/>
        </p:nvSpPr>
        <p:spPr>
          <a:xfrm>
            <a:off x="615274" y="423312"/>
            <a:ext cx="81298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MySQL CHECK Constraint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79875-3FB0-7663-33AC-68212F6891B5}"/>
              </a:ext>
            </a:extLst>
          </p:cNvPr>
          <p:cNvSpPr txBox="1"/>
          <p:nvPr/>
        </p:nvSpPr>
        <p:spPr>
          <a:xfrm>
            <a:off x="599872" y="1279706"/>
            <a:ext cx="10992256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is used to limit the value range that can be placed in a column.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you define a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on a column it will allow only certain values for this column.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CREATE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	 ID int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	 </a:t>
            </a:r>
            <a:r>
              <a:rPr lang="en-US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varchar(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	 FirstName varchar(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NOT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	 Age int,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	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(Age&gt;=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18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400" dirty="0"/>
            </a:br>
            <a:r>
              <a:rPr lang="en-US" sz="2400" dirty="0"/>
              <a:t>	      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3982126-B20D-057E-88AD-94DE59114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274" y="1279706"/>
            <a:ext cx="2648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69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D699-2CD9-437C-8B97-6B1C5652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MySQL CHECK Constraint</a:t>
            </a:r>
            <a:br>
              <a:rPr lang="en-IN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D5A4ABE-E726-E5A1-79F2-46A54018A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370" y="1121233"/>
            <a:ext cx="1195529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allow naming of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constraint, and for defining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on multiple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</a:t>
            </a:r>
            <a:r>
              <a:rPr lang="en-US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dirty="0">
                <a:solidFill>
                  <a:srgbClr val="0000C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CREATE TABLE Persons 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highlight>
                  <a:srgbClr val="FFFFFF"/>
                </a:highlight>
                <a:latin typeface="Consolas" panose="020B0609020204030204" pitchFamily="49" charset="0"/>
              </a:rPr>
              <a:t>	   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 int </a:t>
            </a: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 NULL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highlight>
                  <a:srgbClr val="FFFFFF"/>
                </a:highlight>
                <a:latin typeface="Consolas" panose="020B0609020204030204" pitchFamily="49" charset="0"/>
              </a:rPr>
              <a:t>	   </a:t>
            </a:r>
            <a:r>
              <a:rPr lang="en-US" b="0" i="0" dirty="0" err="1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 NULL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highlight>
                  <a:srgbClr val="FFFFFF"/>
                </a:highlight>
                <a:latin typeface="Consolas" panose="020B0609020204030204" pitchFamily="49" charset="0"/>
              </a:rPr>
              <a:t>	   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FirstName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highlight>
                  <a:srgbClr val="FFFFFF"/>
                </a:highlight>
                <a:latin typeface="Consolas" panose="020B0609020204030204" pitchFamily="49" charset="0"/>
              </a:rPr>
              <a:t>	   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Age int,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highlight>
                  <a:srgbClr val="FFFFFF"/>
                </a:highlight>
                <a:latin typeface="Consolas" panose="020B0609020204030204" pitchFamily="49" charset="0"/>
              </a:rPr>
              <a:t>	   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City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</a:t>
            </a:r>
            <a:r>
              <a:rPr lang="en-US" dirty="0"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ONSTRAINT </a:t>
            </a:r>
            <a:r>
              <a:rPr lang="en-US" b="0" i="0" dirty="0" err="1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CHK_Person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(Age&gt;=18 AND City=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'Sandnes’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51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38AD-065D-911E-6286-1011C1567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19" y="175098"/>
            <a:ext cx="11653735" cy="6001865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CHECK on ALTER TABLE</a:t>
            </a:r>
            <a:endParaRPr lang="en-US" sz="3600" b="0" i="0" dirty="0"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ALTER TABLE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Persons 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(Age&gt;=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18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ALTER TABLE Persons 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 CONSTRAINT </a:t>
            </a:r>
            <a:r>
              <a:rPr lang="en-US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CHK_PersonAge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b="0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   CHECK (Age&gt;=18  AND  City='Sandnes’);</a:t>
            </a:r>
          </a:p>
          <a:p>
            <a:endParaRPr lang="en-US" b="0" i="0" dirty="0"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IN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DROP a CHECK Constraint</a:t>
            </a:r>
          </a:p>
          <a:p>
            <a:pPr marL="0" indent="0" algn="ctr">
              <a:buNone/>
            </a:pPr>
            <a:endParaRPr lang="en-IN" dirty="0">
              <a:solidFill>
                <a:srgbClr val="FF0000"/>
              </a:solidFill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US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ALTER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DROP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CHECK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CHK_PersonAge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IN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68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C4FB-376E-10CF-1656-D58D319A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49" y="681037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MySQL UNIQUE Constraint</a:t>
            </a:r>
            <a:b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BD1E-BEF2-7942-0A7C-C40125B71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469" y="3061037"/>
            <a:ext cx="10515600" cy="4351338"/>
          </a:xfrm>
        </p:spPr>
        <p:txBody>
          <a:bodyPr/>
          <a:lstStyle/>
          <a:p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CREATE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ID int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FirstName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Age int,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UNIQUE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(ID)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9E431B-C775-546F-E85A-0A4C61EB0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15" y="1583459"/>
            <a:ext cx="111544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ensures that all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in a column are different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973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7EDA9C1-A939-08B8-6E83-134E760EF8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9365" y="301197"/>
            <a:ext cx="1084471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name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constraint, and to define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on multiple columns, use the following SQL 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MYSQL&gt;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ID int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FirstName varchar(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 Age int,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u="sng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CONSTRAINT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UC_Person</a:t>
            </a:r>
            <a:r>
              <a:rPr lang="en-US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UNIQUE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ID,LastName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63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E882E-8BAB-35E3-2401-4C6D43338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53" y="214009"/>
            <a:ext cx="11498093" cy="6001965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ALTER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UNIQUE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(ID);</a:t>
            </a:r>
          </a:p>
          <a:p>
            <a:endParaRPr lang="en-IN" b="0" i="0" dirty="0">
              <a:solidFill>
                <a:srgbClr val="0000CD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ALTER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u="sng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CONSTRAINT</a:t>
            </a:r>
            <a:r>
              <a:rPr lang="en-IN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UC_Person</a:t>
            </a:r>
            <a:r>
              <a:rPr lang="en-IN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UNIQUE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(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ID,LastName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endParaRPr lang="en-IN" dirty="0">
              <a:solidFill>
                <a:srgbClr val="0000CD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ALTER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Persons </a:t>
            </a:r>
            <a:r>
              <a:rPr lang="en-IN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DROP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UC_Person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1828800" lvl="4" indent="0">
              <a:buNone/>
            </a:pPr>
            <a:r>
              <a:rPr lang="en-US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 drop unnamed constrain</a:t>
            </a:r>
          </a:p>
          <a:p>
            <a:pPr marL="1828800" lvl="4" indent="0">
              <a:buNone/>
            </a:pP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(first find the constraint name given by DBMS)</a:t>
            </a:r>
          </a:p>
          <a:p>
            <a:pPr marL="1828800" lvl="4" indent="0">
              <a:buNone/>
            </a:pPr>
            <a:endParaRPr lang="en-US" sz="28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MYSQL&gt;select * from </a:t>
            </a:r>
            <a:r>
              <a:rPr lang="en-US" b="0" i="0" dirty="0" err="1">
                <a:solidFill>
                  <a:schemeClr val="accent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information_schema.table_constraints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where 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table_name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='persons2';</a:t>
            </a:r>
            <a:endParaRPr lang="en-IN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850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977a8b-bdb5-42e5-a98b-9b48eb98b23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06B481C3F7E46AA84EBF509C21925" ma:contentTypeVersion="9" ma:contentTypeDescription="Create a new document." ma:contentTypeScope="" ma:versionID="ac1a594ea193f4e754c15c1796d12529">
  <xsd:schema xmlns:xsd="http://www.w3.org/2001/XMLSchema" xmlns:xs="http://www.w3.org/2001/XMLSchema" xmlns:p="http://schemas.microsoft.com/office/2006/metadata/properties" xmlns:ns3="bc977a8b-bdb5-42e5-a98b-9b48eb98b237" xmlns:ns4="6c29c240-3448-4276-b137-589eba3d68d9" targetNamespace="http://schemas.microsoft.com/office/2006/metadata/properties" ma:root="true" ma:fieldsID="9d3d13bfd113365977a1f74088255447" ns3:_="" ns4:_="">
    <xsd:import namespace="bc977a8b-bdb5-42e5-a98b-9b48eb98b237"/>
    <xsd:import namespace="6c29c240-3448-4276-b137-589eba3d68d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977a8b-bdb5-42e5-a98b-9b48eb98b23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9c240-3448-4276-b137-589eba3d68d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0EFB6E-E6D4-4A44-81F1-6AAE4DAA32CD}">
  <ds:schemaRefs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6c29c240-3448-4276-b137-589eba3d68d9"/>
    <ds:schemaRef ds:uri="http://schemas.microsoft.com/office/infopath/2007/PartnerControls"/>
    <ds:schemaRef ds:uri="bc977a8b-bdb5-42e5-a98b-9b48eb98b237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F45BDD4-5D9F-47E8-912D-F2F71527D6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977a8b-bdb5-42e5-a98b-9b48eb98b237"/>
    <ds:schemaRef ds:uri="6c29c240-3448-4276-b137-589eba3d68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863DAA-3D8A-4AB8-8D4E-1197F07950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546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Segoe UI</vt:lpstr>
      <vt:lpstr>Verdana</vt:lpstr>
      <vt:lpstr>Office Theme</vt:lpstr>
      <vt:lpstr>MySQL NOT NULL Constraint </vt:lpstr>
      <vt:lpstr>MySQL NOT NULL Constraint  </vt:lpstr>
      <vt:lpstr>PowerPoint Presentation</vt:lpstr>
      <vt:lpstr>MySQL CHECK Constraint </vt:lpstr>
      <vt:lpstr>PowerPoint Presentation</vt:lpstr>
      <vt:lpstr>MySQL UNIQUE Constraint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28</cp:revision>
  <dcterms:created xsi:type="dcterms:W3CDTF">2024-08-20T18:22:29Z</dcterms:created>
  <dcterms:modified xsi:type="dcterms:W3CDTF">2024-08-27T07:24:56Z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0x010100D5B06B481C3F7E46AA84EBF509C21925</vt:lpwstr>
  </property>
</Properties>
</file>