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4D908-E5A1-0513-B47B-69BC5BBFF3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C8028-44E0-E1BF-BCCE-21C3895BC1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DDA3-9635-6DA3-AC1F-818B2071B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A6644-127E-460C-88FB-E0300C4F95FD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6E5C2-D68B-981E-AB94-E511D9FD0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EC752-31B3-2F18-4562-B00A7FD6D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DFC3C-2325-4CEE-A4F3-EBC2FD11B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685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BEA21-E89D-4304-D358-2D551533F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3B20B-0A29-5C58-375D-D5B7A2C54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4CE2B-3D16-11D4-AC03-623D55F75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A6644-127E-460C-88FB-E0300C4F95FD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609F4-C4C4-28BB-BBAF-967CDF869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4555A-C010-F094-153E-F9048E169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DFC3C-2325-4CEE-A4F3-EBC2FD11B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078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7F8A8-121A-31F2-695E-E9E3E6248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3FC8F-978E-CCD6-5B10-F0F7B282B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0F622-711F-283C-71A7-6B7FB3B19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A6644-127E-460C-88FB-E0300C4F95FD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E2E52-4D6D-8D50-459D-3272585F6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E5FFC-D565-608C-C317-D0FDFFB44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DFC3C-2325-4CEE-A4F3-EBC2FD11B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846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CB550-A0C0-2E82-EB38-CF58E5C48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83E0D-A78D-E01F-AB7E-5C48ACA75A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553A20-AA97-5CAE-42E1-02B49CCBC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0FF98-59A2-1CE0-6913-A92422443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A6644-127E-460C-88FB-E0300C4F95FD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6B7C8-7037-7670-8E5C-F02C17FD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4A1658-36ED-9F6B-0E07-A3CEC5907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DFC3C-2325-4CEE-A4F3-EBC2FD11B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417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EBF56-0DF0-5ABF-672B-AB767414A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08ED6-F794-3DCF-0C80-B2E9F0BF7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EFB361-BB4E-EF6D-ADF7-BDAA06988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89A359-0435-73BD-181B-89D4DD9229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598DC7-A2A6-83FB-0134-D920775247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9A11C5-112C-3033-0BF5-47352FF94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A6644-127E-460C-88FB-E0300C4F95FD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2C4974-8BFF-7503-8995-EFEAF18E2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01470B-B5C6-751A-FF48-9A421201E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DFC3C-2325-4CEE-A4F3-EBC2FD11B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39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F55EE-57A3-12DD-4342-47FE8A14E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22BBB2-DEB9-7B30-299A-EE7B8D29E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A6644-127E-460C-88FB-E0300C4F95FD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5FE6AA-EFA2-9738-CB54-76CD7DD6B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F9274D-7828-DE37-2569-ABF0D25B6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DFC3C-2325-4CEE-A4F3-EBC2FD11B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73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3C284C-46CC-D902-76A7-7AA61FAF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A6644-127E-460C-88FB-E0300C4F95FD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2DDA0E-14BE-E155-8BAA-AEC639097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ADE33-F030-1C9B-337D-93EB080D3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DFC3C-2325-4CEE-A4F3-EBC2FD11B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799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02EC3-6D34-81C1-53FE-1A852193F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78AF7-2C8B-A1D7-B4A1-D56546DA3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03CFA6-27E6-F44B-BCD2-244B07530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6EFAA2-FECC-7232-0147-9FE5D682C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A6644-127E-460C-88FB-E0300C4F95FD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54A3A-C02B-49B5-93EE-83EED894D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7C08A2-6C94-BF32-1840-1F6C903F5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DFC3C-2325-4CEE-A4F3-EBC2FD11B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449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9D74B-19E4-CB39-09CD-132BEF47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CF110B-E36E-9DDA-9196-5B64422345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ABE07F-8D0A-CA2B-A145-5F42507F85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9C3368-E2A3-13CD-9E61-9918D4E28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A6644-127E-460C-88FB-E0300C4F95FD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11477-4277-7075-14DA-8B3D1A647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E08CFC-E636-B4BA-F060-FF238DA37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DFC3C-2325-4CEE-A4F3-EBC2FD11B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57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7AFEB-1B02-F174-E323-D5DD9F0B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FC2456-25B0-B3B9-84B8-4330A0453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EF810-05FF-A51B-5449-4666DB754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A6644-127E-460C-88FB-E0300C4F95FD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DCEAF-C588-523C-A678-AF1E9DFB9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AD8AD-CE90-6515-CDF1-AE37FC7B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DFC3C-2325-4CEE-A4F3-EBC2FD11B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180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7BE212-FFBB-B53D-A3DD-CCEA626E62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D547A1-C0D4-BDC7-72CA-FBAE88ABC4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33AEB-B79F-21CC-3D73-732BEBEA8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A6644-127E-460C-88FB-E0300C4F95FD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CBE27-F622-F3FA-6FA4-FC6624466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E4489-E452-1481-1D5A-4AA7B0571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DFC3C-2325-4CEE-A4F3-EBC2FD11B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717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CC28CF-3CC5-A29B-E16E-A7E10CCA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5EDE7-4E7E-1C9E-5562-4CB44B57C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FBC57-D49E-D858-E498-92482D10EA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EA6644-127E-460C-88FB-E0300C4F95FD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93D1B-8F6D-AFFF-D342-58D7986D08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9022F-2306-FC46-3F27-D9BAA3F3AC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DDFC3C-2325-4CEE-A4F3-EBC2FD11B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001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6C3B9-4913-FFF8-B04C-E056C9DD82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2102"/>
            <a:ext cx="9144000" cy="1887165"/>
          </a:xfrm>
        </p:spPr>
        <p:txBody>
          <a:bodyPr>
            <a:normAutofit fontScale="90000"/>
          </a:bodyPr>
          <a:lstStyle/>
          <a:p>
            <a:b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</a:br>
            <a:b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</a:br>
            <a:b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MySQL Data Types</a:t>
            </a:r>
            <a:b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207187-2A02-FE77-395C-1295074D49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548" y="1773238"/>
            <a:ext cx="11965021" cy="4802660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The data type of a column defines what value the column can hold: integer, character, money, date and time, binary, and so on.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Each column in a database table is required to have a name and a data type.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Verdana" panose="020B0604030504040204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We must decide what type of data that will be stored inside each column when creating a table.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The data type is a guideline for SQL to understand what type of data is expected inside of each column, and it also identifies how SQL will interact with the stored data.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Verdana" panose="020B0604030504040204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In MySQL there are three main data types: string, numeric, and date and time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9454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E06D3-D280-6699-033F-775ABDF56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String Data Types</a:t>
            </a:r>
            <a:b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3C5CF5-10A1-E3CB-AC84-FA40AF9A7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281" y="1079770"/>
            <a:ext cx="10046180" cy="577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581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B733-3433-946C-E317-E35CC5EA7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Numeric Data Types</a:t>
            </a:r>
            <a:b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63720-18AD-A381-18FB-5C1020DC7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" y="1060315"/>
            <a:ext cx="11782425" cy="571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218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DA6AA-C029-B57E-B7FF-7496C7F01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0C903-2F35-A6BB-E203-11F557BFC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4CE0FA-6413-F519-1BA3-52724743A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" y="242887"/>
            <a:ext cx="12125325" cy="637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470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7FB38-4B86-EE53-35CC-CFAFCA539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70F152-A88F-D80A-5B0D-FDAFB982E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" y="433387"/>
            <a:ext cx="12163425" cy="599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588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B06B481C3F7E46AA84EBF509C21925" ma:contentTypeVersion="9" ma:contentTypeDescription="Create a new document." ma:contentTypeScope="" ma:versionID="ac1a594ea193f4e754c15c1796d12529">
  <xsd:schema xmlns:xsd="http://www.w3.org/2001/XMLSchema" xmlns:xs="http://www.w3.org/2001/XMLSchema" xmlns:p="http://schemas.microsoft.com/office/2006/metadata/properties" xmlns:ns3="bc977a8b-bdb5-42e5-a98b-9b48eb98b237" xmlns:ns4="6c29c240-3448-4276-b137-589eba3d68d9" targetNamespace="http://schemas.microsoft.com/office/2006/metadata/properties" ma:root="true" ma:fieldsID="9d3d13bfd113365977a1f74088255447" ns3:_="" ns4:_="">
    <xsd:import namespace="bc977a8b-bdb5-42e5-a98b-9b48eb98b237"/>
    <xsd:import namespace="6c29c240-3448-4276-b137-589eba3d68d9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977a8b-bdb5-42e5-a98b-9b48eb98b237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29c240-3448-4276-b137-589eba3d68d9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c977a8b-bdb5-42e5-a98b-9b48eb98b237" xsi:nil="true"/>
  </documentManagement>
</p:properties>
</file>

<file path=customXml/itemProps1.xml><?xml version="1.0" encoding="utf-8"?>
<ds:datastoreItem xmlns:ds="http://schemas.openxmlformats.org/officeDocument/2006/customXml" ds:itemID="{84515A22-9587-4FDE-91DD-0CDDE1124D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977a8b-bdb5-42e5-a98b-9b48eb98b237"/>
    <ds:schemaRef ds:uri="6c29c240-3448-4276-b137-589eba3d68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A8EF592-BC89-484F-883B-3AFBD107BCD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6D2858-53B8-4398-8739-E72E6ECB09EE}">
  <ds:schemaRefs>
    <ds:schemaRef ds:uri="http://schemas.microsoft.com/office/2006/documentManagement/types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6c29c240-3448-4276-b137-589eba3d68d9"/>
    <ds:schemaRef ds:uri="bc977a8b-bdb5-42e5-a98b-9b48eb98b237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132</Words>
  <Application>Microsoft Office PowerPoint</Application>
  <PresentationFormat>Widescreen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Segoe UI</vt:lpstr>
      <vt:lpstr>Verdana</vt:lpstr>
      <vt:lpstr>Office Theme</vt:lpstr>
      <vt:lpstr>   MySQL Data Types </vt:lpstr>
      <vt:lpstr>String Data Types </vt:lpstr>
      <vt:lpstr>Numeric Data Types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 Trilok Singh</dc:creator>
  <cp:lastModifiedBy>Mr. Trilok Singh</cp:lastModifiedBy>
  <cp:revision>2</cp:revision>
  <dcterms:created xsi:type="dcterms:W3CDTF">2024-08-20T04:55:44Z</dcterms:created>
  <dcterms:modified xsi:type="dcterms:W3CDTF">2024-08-20T05:16:55Z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0x010100D5B06B481C3F7E46AA84EBF509C21925</vt:lpwstr>
  </property>
</Properties>
</file>