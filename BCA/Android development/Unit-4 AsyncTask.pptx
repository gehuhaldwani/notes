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5" r:id="rId29"/>
    <p:sldId id="286" r:id="rId30"/>
    <p:sldId id="287" r:id="rId31"/>
    <p:sldId id="283" r:id="rId32"/>
    <p:sldId id="282" r:id="rId33"/>
    <p:sldId id="288" r:id="rId34"/>
    <p:sldId id="290" r:id="rId35"/>
    <p:sldId id="291" r:id="rId36"/>
    <p:sldId id="292" r:id="rId37"/>
    <p:sldId id="294" r:id="rId38"/>
    <p:sldId id="295" r:id="rId39"/>
    <p:sldId id="296" r:id="rId40"/>
    <p:sldId id="293" r:id="rId41"/>
    <p:sldId id="297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50" y="-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4EDD4-5344-4E5C-8B2E-7CD1265E4D5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DAC9-8FB6-4828-8079-178BCFAA63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bhiandroid.com/ui/progressdialog/" TargetMode="External"/><Relationship Id="rId2" Type="http://schemas.openxmlformats.org/officeDocument/2006/relationships/hyperlink" Target="https://abhiandroid.com/ui/progressbar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droid_(operating_system)" TargetMode="External"/><Relationship Id="rId2" Type="http://schemas.openxmlformats.org/officeDocument/2006/relationships/hyperlink" Target="https://data-flair.training/blogs/android-feature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-flair.training/blogs/android-intent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android/implicit-and-explicit-intents-in-android-with-example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google.com/apps/publish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Unit-4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Remaining Topic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AsyncTask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In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Android development, handling background tasks and UI updates is essential for building responsive applications.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and Handler are two fundamental mechanisms that developers can use to manage background tasks and UI updates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effectively.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1800" dirty="0" smtClean="0"/>
              <a:t>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class is used to do background operations that will update the UI(user interface). Mainly we used it for short operations that will not effect on our main thread.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AsyncTask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dirty="0" smtClean="0"/>
              <a:t>	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 Android, 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(Asynchronous Task) allows us to run the instruction in the background and then synchronize again with our main thread. This class will override at least one method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Params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 and most often will override second method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onPostExecute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(Result).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Need of </a:t>
            </a:r>
            <a:r>
              <a:rPr lang="en-US" b="1" dirty="0" err="1"/>
              <a:t>AsyncTask</a:t>
            </a:r>
            <a:r>
              <a:rPr lang="en-US" b="1" dirty="0"/>
              <a:t> In Android: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default, our application code runs in our main thread and every statement is therefore execute in a sequence.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we need to perform long tasks/operations then our main thread is blocked until the corresponding operation has finished. For providing a good user experience in our application we need to use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AsyncTasks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class that runs in a separate thread.</a:t>
            </a:r>
            <a:r>
              <a:rPr lang="en-US" sz="1600" dirty="0"/>
              <a:t> </a:t>
            </a:r>
            <a:endParaRPr lang="en-US" sz="1600" dirty="0" smtClean="0"/>
          </a:p>
          <a:p>
            <a:pPr algn="just">
              <a:lnSpc>
                <a:spcPct val="200000"/>
              </a:lnSpc>
              <a:buNone/>
            </a:pPr>
            <a:r>
              <a:rPr lang="en-US" sz="1600" dirty="0" smtClean="0"/>
              <a:t>	This </a:t>
            </a:r>
            <a:r>
              <a:rPr lang="en-US" sz="1600" dirty="0"/>
              <a:t>class will executes everything in </a:t>
            </a:r>
            <a:r>
              <a:rPr lang="en-US" sz="1600" b="1" dirty="0" err="1"/>
              <a:t>doInBackground</a:t>
            </a:r>
            <a:r>
              <a:rPr lang="en-US" sz="1600" b="1" dirty="0"/>
              <a:t>() </a:t>
            </a:r>
            <a:r>
              <a:rPr lang="en-US" sz="1600" dirty="0"/>
              <a:t>method inside of other thread which doesn’t have access to the GUI where all the views are present. </a:t>
            </a:r>
            <a:endParaRPr lang="en-US" sz="1600" dirty="0" smtClean="0"/>
          </a:p>
          <a:p>
            <a:pPr algn="just">
              <a:lnSpc>
                <a:spcPct val="200000"/>
              </a:lnSpc>
              <a:buNone/>
            </a:pPr>
            <a:r>
              <a:rPr lang="en-US" sz="1600" dirty="0" smtClean="0"/>
              <a:t>	The </a:t>
            </a:r>
            <a:r>
              <a:rPr lang="en-US" sz="1600" b="1" dirty="0" err="1"/>
              <a:t>onPostExecute</a:t>
            </a:r>
            <a:r>
              <a:rPr lang="en-US" sz="1600" b="1" dirty="0"/>
              <a:t>() </a:t>
            </a:r>
            <a:r>
              <a:rPr lang="en-US" sz="1600" dirty="0"/>
              <a:t>method of this class synchronizes itself again with the main UI thread and allows it to make some updating. This method is called automatically after the </a:t>
            </a:r>
            <a:r>
              <a:rPr lang="en-US" sz="1600" dirty="0" err="1"/>
              <a:t>doInBackground</a:t>
            </a:r>
            <a:r>
              <a:rPr lang="en-US" sz="1600" dirty="0"/>
              <a:t> method finished its work.</a:t>
            </a:r>
            <a:endParaRPr lang="en-US" sz="1600" dirty="0" smtClean="0"/>
          </a:p>
          <a:p>
            <a:pPr algn="just">
              <a:lnSpc>
                <a:spcPct val="2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AsyncTask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9077" y="1600200"/>
            <a:ext cx="762584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Syntax of </a:t>
            </a:r>
            <a:r>
              <a:rPr lang="en-US" b="1" dirty="0" err="1"/>
              <a:t>AsyncTask</a:t>
            </a:r>
            <a:r>
              <a:rPr lang="en-US" b="1" dirty="0"/>
              <a:t> In Android: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three types used by Asynchronous task are the following: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TypeOfVarArgParams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ProgressValue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ResultValue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lnSpc>
                <a:spcPct val="200000"/>
              </a:lnSpc>
              <a:buAutoNum type="arabicPeriod"/>
            </a:pP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TypeOfVarArgParams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Params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the type of the parameters sent to the task upon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execution.</a:t>
            </a:r>
          </a:p>
          <a:p>
            <a:pPr>
              <a:lnSpc>
                <a:spcPct val="200000"/>
              </a:lnSpc>
              <a:buAutoNum type="arabicPeriod"/>
            </a:pP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ProgressValue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Progress is the type of the progress units published during the background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computation.</a:t>
            </a:r>
          </a:p>
          <a:p>
            <a:pPr>
              <a:lnSpc>
                <a:spcPct val="200000"/>
              </a:lnSpc>
              <a:buAutoNum type="arabicPeriod"/>
            </a:pP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ResultValue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ResultValue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the type of the result of the background computation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 of </a:t>
            </a:r>
            <a:r>
              <a:rPr lang="en-US" b="1" dirty="0" err="1"/>
              <a:t>AsyncTask</a:t>
            </a:r>
            <a:r>
              <a:rPr lang="en-US" b="1" dirty="0"/>
              <a:t> class: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private class 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class_name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extends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&lt;URL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Integer, Long&gt;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protected Long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(URL...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urls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// code that will run in the background return ;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protected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onProgressUpdate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(Integer... progress)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receive progress updates from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protected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onPostExecute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(Long result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update the UI after background processes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completes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Executions </a:t>
            </a:r>
            <a:r>
              <a:rPr lang="en-US" b="1" dirty="0"/>
              <a:t>of </a:t>
            </a:r>
            <a:r>
              <a:rPr lang="en-US" b="1" dirty="0" err="1"/>
              <a:t>AsyncTask</a:t>
            </a:r>
            <a:r>
              <a:rPr lang="en-US" b="1" dirty="0"/>
              <a:t> class from main thread: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DownloadFilesTask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().execute(url1, url2, url3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err="1"/>
              <a:t>AsyncTask’s</a:t>
            </a:r>
            <a:r>
              <a:rPr lang="en-US" sz="2000" b="1" dirty="0"/>
              <a:t> generic types In Android:</a:t>
            </a:r>
            <a:endParaRPr lang="en-US" sz="2000" dirty="0"/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 of </a:t>
            </a:r>
            <a:r>
              <a:rPr lang="en-US" b="1" dirty="0" err="1"/>
              <a:t>AsyncTask</a:t>
            </a:r>
            <a:r>
              <a:rPr lang="en-US" b="1" dirty="0"/>
              <a:t> In Android: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214422"/>
            <a:ext cx="8572560" cy="491174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Android,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is executed and goes through four different steps or method.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Here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are these four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methods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AsyncTasks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AutoNum type="arabicPeriod"/>
            </a:pP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onPreExecute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() –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It invoked on the main UI thread before the task is executed. This method is mainly used to setup the task for instance by showing a 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  <a:hlinkClick r:id="rId2" tooltip="ProgressBar"/>
              </a:rPr>
              <a:t>ProgressBar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or 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  <a:hlinkClick r:id="rId3" tooltip="ProgressDialog"/>
              </a:rPr>
              <a:t>ProgressDialog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in the UI(user interface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>
              <a:lnSpc>
                <a:spcPct val="170000"/>
              </a:lnSpc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Params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) –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This method is invoked on the background thread immediately after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onPreExecute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 finishes its execution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Main purpose of this method is to perform the background operations that can take a long time. The parameters of the Asynchronous task are passed to this step for execution.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result of the operations must be returned by this step and it will be passed back to the last step/method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onPostExecutes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(). This method can also use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publishProgress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(Progress…) to publish one or more units of progress. 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values will be published on the main UI thread in the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onProgressUpdate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(Progress…) method.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onProgressUpdate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(Progress…) –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This method is invoked on the main UI thread after a call to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publishProgress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(Progress…). Timing of the execution is undefined.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method is used to display any form of progress in the user interface while the background operations are executing. We can also update our progress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status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for good user experience.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onPostExecute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(Result) –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This method is invoked on the main UI thread after the background operation finishes in the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method.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result of the background operation is passed to this step as a parameter and then we can easily update our UI to show the results.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4638"/>
            <a:ext cx="8115328" cy="5111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00108"/>
            <a:ext cx="8429684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MainActivity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extends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AppCompatActivity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{ 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void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onCreate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(Bundle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savedInstanceState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super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.onCreate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savedInstanceState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);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setContentView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R.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layout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activity_main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>
              <a:buNone/>
            </a:pP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DemoAsync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DemoAsync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Obj.execute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(10);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} </a:t>
            </a:r>
          </a:p>
          <a:p>
            <a:pPr>
              <a:buNone/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DemoAsync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extends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Integer,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Integer,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&gt; 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onPreExecute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super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.onPreExecute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pPr>
              <a:buNone/>
            </a:pP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pPr>
              <a:buNone/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String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(Integer...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integers)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{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// ...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"Finished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!";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} </a:t>
            </a:r>
          </a:p>
          <a:p>
            <a:pPr>
              <a:buNone/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onProgressUpdate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(Integer...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values)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{ </a:t>
            </a:r>
          </a:p>
          <a:p>
            <a:pPr>
              <a:buNone/>
            </a:pP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super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.onProgressUpdate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(values);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// ...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} </a:t>
            </a:r>
          </a:p>
          <a:p>
            <a:pPr>
              <a:buNone/>
            </a:pP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onPostExecute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(String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{ </a:t>
            </a:r>
          </a:p>
          <a:p>
            <a:pPr>
              <a:buNone/>
            </a:pP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super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.onPostExecute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(string); </a:t>
            </a:r>
          </a:p>
          <a:p>
            <a:pPr>
              <a:buNone/>
            </a:pP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...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 }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715436" cy="5429288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&lt;?xml version="1.0" encoding="utf-8"?&gt;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RelativeLayout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xmlns:android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="http://schemas.android.com/apk/res/android"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xmlns:tools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="http://schemas.android.com/tools"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	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android:layout_width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match_parent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 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android:layout_height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match_parent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android:padding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="16dp"  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tools:context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MainActivity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"&gt; 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&lt;Button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android:id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="@+id/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startButton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       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android:layout_width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wrap_content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        </a:t>
            </a:r>
          </a:p>
          <a:p>
            <a:pPr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android:layout_height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wrap_content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       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android:text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="Start Task"        </a:t>
            </a:r>
          </a:p>
          <a:p>
            <a:pPr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android:layout_centerHorizontal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="true"      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android:layout_marginTop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="50dp"/&gt; 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TextView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android:id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="@+id/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resultTextView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     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android:layout_width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wrap_content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        </a:t>
            </a:r>
          </a:p>
          <a:p>
            <a:pPr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android:layout_height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wrap_content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      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android:layout_below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="@id/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startButton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       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android:layout_centerHorizontal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="true"       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android:layout_marginTop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="20dp"     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android:textSize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="18sp"     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android:text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="Result will appear here."/&gt;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RelativeLayout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072494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.java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214422"/>
            <a:ext cx="4357718" cy="491174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android.os.AsyncTask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android.os.Bundle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android.view.View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android.widget.Button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android.widget.TextView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androidx.appcompat.app.AppCompatActivity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MainActivity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extends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AppCompatActivity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{</a:t>
            </a:r>
          </a:p>
          <a:p>
            <a:pPr>
              <a:buNone/>
            </a:pPr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private Button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startButton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private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TextView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resultTextView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@Override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protected void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onCreate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(Bundle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savedInstanceState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super.onCreate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savedInstanceState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setContentView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R.layout.activity_main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startButton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findViewById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R.id.startButton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resultTextView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findViewById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R.id.resultTextView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startButton.setOnClickListener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(new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View.OnClickListener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() {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    @Override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    public void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onClick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(View v) {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        // Execute the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when the button is clicked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        new </a:t>
            </a:r>
            <a:r>
              <a:rPr lang="en-US" sz="1050" dirty="0" err="1" smtClean="0">
                <a:latin typeface="Times New Roman" pitchFamily="18" charset="0"/>
                <a:cs typeface="Times New Roman" pitchFamily="18" charset="0"/>
              </a:rPr>
              <a:t>MySimpleAsyncTask</a:t>
            </a: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().execute("Input data for task");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    }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    });</a:t>
            </a:r>
          </a:p>
          <a:p>
            <a:pPr>
              <a:buNone/>
            </a:pPr>
            <a:r>
              <a:rPr lang="en-US" sz="1050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>
              <a:buNone/>
            </a:pP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4810" y="928670"/>
            <a:ext cx="4857784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// Define your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private class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MySimpleAsyncTask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extends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&lt;String, Void, String&gt; {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protected void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onPreExecute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() {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super.onPreExecute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// This runs on the UI thread before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doInBackground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resultTextView.setText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("Task started...");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startButton.setEnabled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(false); // Disable button during task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  protected String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(String...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params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  // This runs on a background thread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String input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params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[0]; // Get input from execute()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try {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Thread.sleep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(3000); // Simulate a long-running task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} catch 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InterruptedException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e) {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e.printStackTrace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}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return "Task completed with input: " + input; // Return result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protected void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onPostExecute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(String result) {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super.onPostExecute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(result);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// This runs on the UI thread after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doInBackground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completes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resultTextView.setText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(result);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startButton.setEnabled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(true); // Re-enable button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186766" cy="79690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err="1" smtClean="0"/>
              <a:t>AsyncTask</a:t>
            </a:r>
            <a:r>
              <a:rPr lang="en-IN" dirty="0" smtClean="0"/>
              <a:t> </a:t>
            </a:r>
            <a:r>
              <a:rPr lang="en-IN" dirty="0"/>
              <a:t>using HTTP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285860"/>
            <a:ext cx="8329642" cy="4840303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dirty="0" smtClean="0"/>
              <a:t> &lt;?xml version="1.0" encoding="utf-8"?&gt;</a:t>
            </a:r>
          </a:p>
          <a:p>
            <a:pPr>
              <a:buNone/>
            </a:pPr>
            <a:r>
              <a:rPr lang="en-US" dirty="0" smtClean="0"/>
              <a:t>&lt;</a:t>
            </a:r>
            <a:r>
              <a:rPr lang="en-US" dirty="0" err="1" smtClean="0"/>
              <a:t>RelativeLayout</a:t>
            </a:r>
            <a:r>
              <a:rPr lang="en-US" dirty="0" smtClean="0"/>
              <a:t> </a:t>
            </a:r>
            <a:r>
              <a:rPr lang="en-US" dirty="0" err="1" smtClean="0"/>
              <a:t>xmlns:android</a:t>
            </a:r>
            <a:r>
              <a:rPr lang="en-US" dirty="0" smtClean="0"/>
              <a:t>="http://schemas.android.com/apk/res/android"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xmlns:tools</a:t>
            </a:r>
            <a:r>
              <a:rPr lang="en-US" dirty="0" smtClean="0"/>
              <a:t>="http://schemas.android.com/tools"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match_parent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match_parent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android:paddingLeft</a:t>
            </a:r>
            <a:r>
              <a:rPr lang="en-US" dirty="0" smtClean="0"/>
              <a:t>="16dp"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android:paddingTop</a:t>
            </a:r>
            <a:r>
              <a:rPr lang="en-US" dirty="0" smtClean="0"/>
              <a:t>="16dp"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android:paddingRight</a:t>
            </a:r>
            <a:r>
              <a:rPr lang="en-US" dirty="0" smtClean="0"/>
              <a:t>="16dp"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android:paddingBottom</a:t>
            </a:r>
            <a:r>
              <a:rPr lang="en-US" dirty="0" smtClean="0"/>
              <a:t>="16dp"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tools:context</a:t>
            </a:r>
            <a:r>
              <a:rPr lang="en-US" dirty="0" smtClean="0"/>
              <a:t>=".</a:t>
            </a:r>
            <a:r>
              <a:rPr lang="en-US" dirty="0" err="1" smtClean="0"/>
              <a:t>MainActivity</a:t>
            </a:r>
            <a:r>
              <a:rPr lang="en-US" dirty="0" smtClean="0"/>
              <a:t>"&gt;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&lt;Button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android:id</a:t>
            </a:r>
            <a:r>
              <a:rPr lang="en-US" dirty="0" smtClean="0"/>
              <a:t>="@+id/</a:t>
            </a:r>
            <a:r>
              <a:rPr lang="en-US" dirty="0" err="1" smtClean="0"/>
              <a:t>fetchDataButton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android:text</a:t>
            </a:r>
            <a:r>
              <a:rPr lang="en-US" dirty="0" smtClean="0"/>
              <a:t>="Fetch Data"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android:layout_centerHorizontal</a:t>
            </a:r>
            <a:r>
              <a:rPr lang="en-US" dirty="0" smtClean="0"/>
              <a:t>="true"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android:layout_marginTop</a:t>
            </a:r>
            <a:r>
              <a:rPr lang="en-US" dirty="0" smtClean="0"/>
              <a:t>="50dp" /&gt;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TextView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android:id</a:t>
            </a:r>
            <a:r>
              <a:rPr lang="en-US" dirty="0" smtClean="0"/>
              <a:t>="@+id/</a:t>
            </a:r>
            <a:r>
              <a:rPr lang="en-US" dirty="0" err="1" smtClean="0"/>
              <a:t>resultTextView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android:layout_below</a:t>
            </a:r>
            <a:r>
              <a:rPr lang="en-US" dirty="0" smtClean="0"/>
              <a:t>="@id/</a:t>
            </a:r>
            <a:r>
              <a:rPr lang="en-US" dirty="0" err="1" smtClean="0"/>
              <a:t>fetchDataButton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android:layout_centerHorizontal</a:t>
            </a:r>
            <a:r>
              <a:rPr lang="en-US" dirty="0" smtClean="0"/>
              <a:t>="true"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android:layout_marginTop</a:t>
            </a:r>
            <a:r>
              <a:rPr lang="en-US" dirty="0" smtClean="0"/>
              <a:t>="30dp"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android:text</a:t>
            </a:r>
            <a:r>
              <a:rPr lang="en-US" dirty="0" smtClean="0"/>
              <a:t>="Result will appear here"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android:textSize</a:t>
            </a:r>
            <a:r>
              <a:rPr lang="en-US" dirty="0" smtClean="0"/>
              <a:t>="18sp" /&gt;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&lt;/</a:t>
            </a:r>
            <a:r>
              <a:rPr lang="en-US" dirty="0" err="1" smtClean="0"/>
              <a:t>RelativeLayout</a:t>
            </a:r>
            <a:r>
              <a:rPr lang="en-US" dirty="0" smtClean="0"/>
              <a:t>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186766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715436" cy="5572164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dirty="0" smtClean="0"/>
              <a:t>package </a:t>
            </a:r>
            <a:r>
              <a:rPr lang="en-US" dirty="0" err="1" smtClean="0"/>
              <a:t>com.example.myapplication</a:t>
            </a:r>
            <a:r>
              <a:rPr lang="en-US" dirty="0" smtClean="0"/>
              <a:t>;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android.os.AsyncTask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android.os.Bundle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android.view.View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android.widget.Button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android.widget.TextView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androidx.appcompat.app.AppCompatActivity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java.io.BufferedReader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java.io.IOException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java.io.InputStream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java.io.InputStreamReader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java.net.HttpURLConnection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java.net.URL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MainActivity</a:t>
            </a:r>
            <a:r>
              <a:rPr lang="en-US" dirty="0" smtClean="0"/>
              <a:t> extends </a:t>
            </a:r>
            <a:r>
              <a:rPr lang="en-US" dirty="0" err="1" smtClean="0"/>
              <a:t>AppCompatActivity</a:t>
            </a:r>
            <a:r>
              <a:rPr lang="en-US" dirty="0" smtClean="0"/>
              <a:t> {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private Button </a:t>
            </a:r>
            <a:r>
              <a:rPr lang="en-US" dirty="0" err="1" smtClean="0"/>
              <a:t>fetchDataButton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private </a:t>
            </a:r>
            <a:r>
              <a:rPr lang="en-US" dirty="0" err="1" smtClean="0"/>
              <a:t>TextView</a:t>
            </a:r>
            <a:r>
              <a:rPr lang="en-US" dirty="0" smtClean="0"/>
              <a:t> </a:t>
            </a:r>
            <a:r>
              <a:rPr lang="en-US" dirty="0" err="1" smtClean="0"/>
              <a:t>resultTextView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@Override</a:t>
            </a:r>
          </a:p>
          <a:p>
            <a:pPr>
              <a:buNone/>
            </a:pPr>
            <a:r>
              <a:rPr lang="en-US" dirty="0" smtClean="0"/>
              <a:t>    protected void </a:t>
            </a:r>
            <a:r>
              <a:rPr lang="en-US" dirty="0" err="1" smtClean="0"/>
              <a:t>onCreate</a:t>
            </a:r>
            <a:r>
              <a:rPr lang="en-US" dirty="0" smtClean="0"/>
              <a:t>(Bundle </a:t>
            </a:r>
            <a:r>
              <a:rPr lang="en-US" dirty="0" err="1" smtClean="0"/>
              <a:t>savedInstanceState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super.onCreate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setContentView</a:t>
            </a:r>
            <a:r>
              <a:rPr lang="en-US" dirty="0" smtClean="0"/>
              <a:t>(</a:t>
            </a:r>
            <a:r>
              <a:rPr lang="en-US" dirty="0" err="1" smtClean="0"/>
              <a:t>R.layout.activity_main</a:t>
            </a:r>
            <a:r>
              <a:rPr lang="en-US" dirty="0" smtClean="0"/>
              <a:t>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fetchDataButton</a:t>
            </a:r>
            <a:r>
              <a:rPr lang="en-US" dirty="0" smtClean="0"/>
              <a:t> =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R.id.fetchDataButton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resultTextView</a:t>
            </a:r>
            <a:r>
              <a:rPr lang="en-US" dirty="0" smtClean="0"/>
              <a:t> =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R.id.resultTextView</a:t>
            </a:r>
            <a:r>
              <a:rPr lang="en-US" dirty="0" smtClean="0"/>
              <a:t>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fetchDataButton.setOnClickListener</a:t>
            </a:r>
            <a:r>
              <a:rPr lang="en-US" dirty="0" smtClean="0"/>
              <a:t>(new </a:t>
            </a:r>
            <a:r>
              <a:rPr lang="en-US" dirty="0" err="1" smtClean="0"/>
              <a:t>View.OnClickListener</a:t>
            </a:r>
            <a:r>
              <a:rPr lang="en-US" dirty="0" smtClean="0"/>
              <a:t>() {</a:t>
            </a:r>
          </a:p>
          <a:p>
            <a:pPr>
              <a:buNone/>
            </a:pPr>
            <a:r>
              <a:rPr lang="en-US" dirty="0" smtClean="0"/>
              <a:t>            @Override</a:t>
            </a:r>
          </a:p>
          <a:p>
            <a:pPr>
              <a:buNone/>
            </a:pPr>
            <a:r>
              <a:rPr lang="en-US" dirty="0" smtClean="0"/>
              <a:t>            public void </a:t>
            </a:r>
            <a:r>
              <a:rPr lang="en-US" dirty="0" err="1" smtClean="0"/>
              <a:t>onClick</a:t>
            </a:r>
            <a:r>
              <a:rPr lang="en-US" dirty="0" smtClean="0"/>
              <a:t>(View v) {</a:t>
            </a:r>
          </a:p>
          <a:p>
            <a:pPr>
              <a:buNone/>
            </a:pPr>
            <a:r>
              <a:rPr lang="en-US" dirty="0" smtClean="0"/>
              <a:t>                new </a:t>
            </a:r>
            <a:r>
              <a:rPr lang="en-US" dirty="0" err="1" smtClean="0"/>
              <a:t>FetchDataTask</a:t>
            </a:r>
            <a:r>
              <a:rPr lang="en-US" dirty="0" smtClean="0"/>
              <a:t>().execute("https://jsonplaceholder.typicode.com/todos/1");</a:t>
            </a:r>
          </a:p>
          <a:p>
            <a:pPr>
              <a:buNone/>
            </a:pPr>
            <a:r>
              <a:rPr lang="en-US" dirty="0" smtClean="0"/>
              <a:t>            }</a:t>
            </a:r>
          </a:p>
          <a:p>
            <a:pPr>
              <a:buNone/>
            </a:pPr>
            <a:r>
              <a:rPr lang="en-US" dirty="0" smtClean="0"/>
              <a:t>        });</a:t>
            </a:r>
          </a:p>
          <a:p>
            <a:pPr>
              <a:buNone/>
            </a:pPr>
            <a:r>
              <a:rPr lang="en-US" dirty="0" smtClean="0"/>
              <a:t>    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4638"/>
            <a:ext cx="8115328" cy="796908"/>
          </a:xfrm>
        </p:spPr>
        <p:txBody>
          <a:bodyPr/>
          <a:lstStyle/>
          <a:p>
            <a:r>
              <a:rPr lang="en-US" dirty="0" smtClean="0"/>
              <a:t>Continue….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4500594" cy="5572164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private class </a:t>
            </a:r>
            <a:r>
              <a:rPr lang="en-US" dirty="0" err="1" smtClean="0"/>
              <a:t>FetchDataTask</a:t>
            </a:r>
            <a:r>
              <a:rPr lang="en-US" dirty="0" smtClean="0"/>
              <a:t> extends </a:t>
            </a:r>
            <a:r>
              <a:rPr lang="en-US" dirty="0" err="1" smtClean="0"/>
              <a:t>AsyncTask</a:t>
            </a:r>
            <a:r>
              <a:rPr lang="en-US" dirty="0" smtClean="0"/>
              <a:t>&lt;String, Void, String&gt; {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@Override</a:t>
            </a:r>
          </a:p>
          <a:p>
            <a:pPr>
              <a:buNone/>
            </a:pPr>
            <a:r>
              <a:rPr lang="en-US" dirty="0" smtClean="0"/>
              <a:t>        protected void </a:t>
            </a:r>
            <a:r>
              <a:rPr lang="en-US" dirty="0" err="1" smtClean="0"/>
              <a:t>onPreExecute</a:t>
            </a:r>
            <a:r>
              <a:rPr lang="en-US" dirty="0" smtClean="0"/>
              <a:t>() {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super.onPreExecute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resultTextView.setText</a:t>
            </a:r>
            <a:r>
              <a:rPr lang="en-US" dirty="0" smtClean="0"/>
              <a:t>("Fetching data...");</a:t>
            </a:r>
          </a:p>
          <a:p>
            <a:pPr>
              <a:buNone/>
            </a:pPr>
            <a:r>
              <a:rPr lang="en-US" dirty="0" smtClean="0"/>
              <a:t>        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@Override</a:t>
            </a:r>
          </a:p>
          <a:p>
            <a:pPr>
              <a:buNone/>
            </a:pPr>
            <a:r>
              <a:rPr lang="en-US" dirty="0" smtClean="0"/>
              <a:t>        protected String </a:t>
            </a:r>
            <a:r>
              <a:rPr lang="en-US" dirty="0" err="1" smtClean="0"/>
              <a:t>doInBackground</a:t>
            </a:r>
            <a:r>
              <a:rPr lang="en-US" dirty="0" smtClean="0"/>
              <a:t>(String... </a:t>
            </a:r>
            <a:r>
              <a:rPr lang="en-US" dirty="0" err="1" smtClean="0"/>
              <a:t>urls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    String result = null;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HttpURLConnection</a:t>
            </a:r>
            <a:r>
              <a:rPr lang="en-US" dirty="0" smtClean="0"/>
              <a:t> </a:t>
            </a:r>
            <a:r>
              <a:rPr lang="en-US" dirty="0" err="1" smtClean="0"/>
              <a:t>urlConnection</a:t>
            </a:r>
            <a:r>
              <a:rPr lang="en-US" dirty="0" smtClean="0"/>
              <a:t> = null;</a:t>
            </a:r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BufferedReader</a:t>
            </a:r>
            <a:r>
              <a:rPr lang="en-US" dirty="0" smtClean="0"/>
              <a:t> reader = null;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try {</a:t>
            </a:r>
          </a:p>
          <a:p>
            <a:pPr>
              <a:buNone/>
            </a:pPr>
            <a:r>
              <a:rPr lang="en-US" dirty="0" smtClean="0"/>
              <a:t>                URL </a:t>
            </a:r>
            <a:r>
              <a:rPr lang="en-US" dirty="0" err="1" smtClean="0"/>
              <a:t>url</a:t>
            </a:r>
            <a:r>
              <a:rPr lang="en-US" dirty="0" smtClean="0"/>
              <a:t> = new URL(</a:t>
            </a:r>
            <a:r>
              <a:rPr lang="en-US" dirty="0" err="1" smtClean="0"/>
              <a:t>urls</a:t>
            </a:r>
            <a:r>
              <a:rPr lang="en-US" dirty="0" smtClean="0"/>
              <a:t>[0]);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urlConnection</a:t>
            </a:r>
            <a:r>
              <a:rPr lang="en-US" dirty="0" smtClean="0"/>
              <a:t> = (</a:t>
            </a:r>
            <a:r>
              <a:rPr lang="en-US" dirty="0" err="1" smtClean="0"/>
              <a:t>HttpURLConnection</a:t>
            </a:r>
            <a:r>
              <a:rPr lang="en-US" dirty="0" smtClean="0"/>
              <a:t>) </a:t>
            </a:r>
            <a:r>
              <a:rPr lang="en-US" dirty="0" err="1" smtClean="0"/>
              <a:t>url.openConnection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urlConnection.setRequestMethod</a:t>
            </a:r>
            <a:r>
              <a:rPr lang="en-US" dirty="0" smtClean="0"/>
              <a:t>("GET");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urlConnection.connect</a:t>
            </a:r>
            <a:r>
              <a:rPr lang="en-US" dirty="0" smtClean="0"/>
              <a:t>();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InputStream</a:t>
            </a:r>
            <a:r>
              <a:rPr lang="en-US" dirty="0" smtClean="0"/>
              <a:t> </a:t>
            </a:r>
            <a:r>
              <a:rPr lang="en-US" dirty="0" err="1" smtClean="0"/>
              <a:t>inputStream</a:t>
            </a:r>
            <a:r>
              <a:rPr lang="en-US" dirty="0" smtClean="0"/>
              <a:t> = </a:t>
            </a:r>
            <a:r>
              <a:rPr lang="en-US" dirty="0" err="1" smtClean="0"/>
              <a:t>urlConnection.getInputStream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              if (</a:t>
            </a:r>
            <a:r>
              <a:rPr lang="en-US" dirty="0" err="1" smtClean="0"/>
              <a:t>inputStream</a:t>
            </a:r>
            <a:r>
              <a:rPr lang="en-US" dirty="0" smtClean="0"/>
              <a:t> == null) {</a:t>
            </a:r>
          </a:p>
          <a:p>
            <a:pPr>
              <a:buNone/>
            </a:pPr>
            <a:r>
              <a:rPr lang="en-US" dirty="0" smtClean="0"/>
              <a:t>                    return null;</a:t>
            </a:r>
          </a:p>
          <a:p>
            <a:pPr>
              <a:buNone/>
            </a:pPr>
            <a:r>
              <a:rPr lang="en-US" dirty="0" smtClean="0"/>
              <a:t>                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reader = new </a:t>
            </a:r>
            <a:r>
              <a:rPr lang="en-US" dirty="0" err="1" smtClean="0"/>
              <a:t>BufferedReader</a:t>
            </a:r>
            <a:r>
              <a:rPr lang="en-US" dirty="0" smtClean="0"/>
              <a:t>(new </a:t>
            </a:r>
            <a:r>
              <a:rPr lang="en-US" dirty="0" err="1" smtClean="0"/>
              <a:t>InputStreamReader</a:t>
            </a:r>
            <a:r>
              <a:rPr lang="en-US" dirty="0" smtClean="0"/>
              <a:t>(</a:t>
            </a:r>
            <a:r>
              <a:rPr lang="en-US" dirty="0" err="1" smtClean="0"/>
              <a:t>inputStream</a:t>
            </a:r>
            <a:r>
              <a:rPr lang="en-US" dirty="0" smtClean="0"/>
              <a:t>));</a:t>
            </a:r>
          </a:p>
          <a:p>
            <a:pPr>
              <a:buNone/>
            </a:pPr>
            <a:r>
              <a:rPr lang="en-US" dirty="0" smtClean="0"/>
              <a:t>                </a:t>
            </a:r>
            <a:r>
              <a:rPr lang="en-US" dirty="0" err="1" smtClean="0"/>
              <a:t>StringBuilder</a:t>
            </a:r>
            <a:r>
              <a:rPr lang="en-US" dirty="0" smtClean="0"/>
              <a:t> buffer = new </a:t>
            </a:r>
            <a:r>
              <a:rPr lang="en-US" dirty="0" err="1" smtClean="0"/>
              <a:t>StringBuilder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              String line;</a:t>
            </a:r>
          </a:p>
          <a:p>
            <a:pPr>
              <a:buNone/>
            </a:pPr>
            <a:r>
              <a:rPr lang="en-US" dirty="0" smtClean="0"/>
              <a:t>                while ((line = </a:t>
            </a:r>
            <a:r>
              <a:rPr lang="en-US" dirty="0" err="1" smtClean="0"/>
              <a:t>reader.readLine</a:t>
            </a:r>
            <a:r>
              <a:rPr lang="en-US" dirty="0" smtClean="0"/>
              <a:t>()) != null) {</a:t>
            </a:r>
          </a:p>
          <a:p>
            <a:pPr>
              <a:buNone/>
            </a:pPr>
            <a:r>
              <a:rPr lang="en-US" dirty="0" smtClean="0"/>
              <a:t>                    </a:t>
            </a:r>
            <a:r>
              <a:rPr lang="en-US" dirty="0" err="1" smtClean="0"/>
              <a:t>buffer.append</a:t>
            </a:r>
            <a:r>
              <a:rPr lang="en-US" dirty="0" smtClean="0"/>
              <a:t>(line).append("\n");</a:t>
            </a:r>
          </a:p>
          <a:p>
            <a:pPr>
              <a:buNone/>
            </a:pPr>
            <a:r>
              <a:rPr lang="en-US" dirty="0" smtClean="0"/>
              <a:t>                }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4500562" y="1214422"/>
            <a:ext cx="4572000" cy="54245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1050" dirty="0" smtClean="0"/>
              <a:t> if (</a:t>
            </a:r>
            <a:r>
              <a:rPr lang="en-US" sz="1050" dirty="0" err="1" smtClean="0"/>
              <a:t>buffer.length</a:t>
            </a:r>
            <a:r>
              <a:rPr lang="en-US" sz="1050" dirty="0" smtClean="0"/>
              <a:t>() == 0) {</a:t>
            </a:r>
          </a:p>
          <a:p>
            <a:pPr>
              <a:buNone/>
            </a:pPr>
            <a:r>
              <a:rPr lang="en-US" sz="1050" dirty="0" smtClean="0"/>
              <a:t>                    return null;</a:t>
            </a:r>
          </a:p>
          <a:p>
            <a:pPr>
              <a:buNone/>
            </a:pPr>
            <a:r>
              <a:rPr lang="en-US" sz="1050" dirty="0" smtClean="0"/>
              <a:t>                }</a:t>
            </a:r>
          </a:p>
          <a:p>
            <a:pPr>
              <a:buNone/>
            </a:pPr>
            <a:r>
              <a:rPr lang="en-US" sz="1050" dirty="0" smtClean="0"/>
              <a:t>                result = </a:t>
            </a:r>
            <a:r>
              <a:rPr lang="en-US" sz="1050" dirty="0" err="1" smtClean="0"/>
              <a:t>buffer.toString</a:t>
            </a:r>
            <a:r>
              <a:rPr lang="en-US" sz="1050" dirty="0" smtClean="0"/>
              <a:t>();</a:t>
            </a:r>
          </a:p>
          <a:p>
            <a:pPr>
              <a:buNone/>
            </a:pPr>
            <a:r>
              <a:rPr lang="en-US" sz="1050" dirty="0" smtClean="0"/>
              <a:t>            } catch (</a:t>
            </a:r>
            <a:r>
              <a:rPr lang="en-US" sz="1050" dirty="0" err="1" smtClean="0"/>
              <a:t>IOException</a:t>
            </a:r>
            <a:r>
              <a:rPr lang="en-US" sz="1050" dirty="0" smtClean="0"/>
              <a:t> e) {</a:t>
            </a:r>
          </a:p>
          <a:p>
            <a:pPr>
              <a:buNone/>
            </a:pPr>
            <a:r>
              <a:rPr lang="en-US" sz="1050" dirty="0" smtClean="0"/>
              <a:t>                </a:t>
            </a:r>
            <a:r>
              <a:rPr lang="en-US" sz="1050" dirty="0" err="1" smtClean="0"/>
              <a:t>e.printStackTrace</a:t>
            </a:r>
            <a:r>
              <a:rPr lang="en-US" sz="1050" dirty="0" smtClean="0"/>
              <a:t>();</a:t>
            </a:r>
          </a:p>
          <a:p>
            <a:pPr>
              <a:buNone/>
            </a:pPr>
            <a:r>
              <a:rPr lang="en-US" sz="1050" dirty="0" smtClean="0"/>
              <a:t>                return null;</a:t>
            </a:r>
          </a:p>
          <a:p>
            <a:pPr>
              <a:buNone/>
            </a:pPr>
            <a:r>
              <a:rPr lang="en-US" sz="1050" dirty="0" smtClean="0"/>
              <a:t>            } finally {</a:t>
            </a:r>
          </a:p>
          <a:p>
            <a:pPr>
              <a:buNone/>
            </a:pPr>
            <a:r>
              <a:rPr lang="en-US" sz="1050" dirty="0" smtClean="0"/>
              <a:t>                if (</a:t>
            </a:r>
            <a:r>
              <a:rPr lang="en-US" sz="1050" dirty="0" err="1" smtClean="0"/>
              <a:t>urlConnection</a:t>
            </a:r>
            <a:r>
              <a:rPr lang="en-US" sz="1050" dirty="0" smtClean="0"/>
              <a:t> != null) {</a:t>
            </a:r>
          </a:p>
          <a:p>
            <a:pPr>
              <a:buNone/>
            </a:pPr>
            <a:r>
              <a:rPr lang="en-US" sz="1050" dirty="0" smtClean="0"/>
              <a:t>                    </a:t>
            </a:r>
            <a:r>
              <a:rPr lang="en-US" sz="1050" dirty="0" err="1" smtClean="0"/>
              <a:t>urlConnection.disconnect</a:t>
            </a:r>
            <a:r>
              <a:rPr lang="en-US" sz="1050" dirty="0" smtClean="0"/>
              <a:t>();</a:t>
            </a:r>
          </a:p>
          <a:p>
            <a:pPr>
              <a:buNone/>
            </a:pPr>
            <a:r>
              <a:rPr lang="en-US" sz="1050" dirty="0" smtClean="0"/>
              <a:t>                }</a:t>
            </a:r>
          </a:p>
          <a:p>
            <a:pPr>
              <a:buNone/>
            </a:pPr>
            <a:r>
              <a:rPr lang="en-US" sz="1050" dirty="0" smtClean="0"/>
              <a:t>                if (reader != null) {</a:t>
            </a:r>
          </a:p>
          <a:p>
            <a:pPr>
              <a:buNone/>
            </a:pPr>
            <a:r>
              <a:rPr lang="en-US" sz="1050" dirty="0" smtClean="0"/>
              <a:t>                    try {</a:t>
            </a:r>
          </a:p>
          <a:p>
            <a:pPr>
              <a:buNone/>
            </a:pPr>
            <a:r>
              <a:rPr lang="en-US" sz="1050" dirty="0" smtClean="0"/>
              <a:t>                        </a:t>
            </a:r>
            <a:r>
              <a:rPr lang="en-US" sz="1050" dirty="0" err="1" smtClean="0"/>
              <a:t>reader.close</a:t>
            </a:r>
            <a:r>
              <a:rPr lang="en-US" sz="1050" dirty="0" smtClean="0"/>
              <a:t>();</a:t>
            </a:r>
          </a:p>
          <a:p>
            <a:pPr>
              <a:buNone/>
            </a:pPr>
            <a:r>
              <a:rPr lang="en-US" sz="1050" dirty="0" smtClean="0"/>
              <a:t>                    } catch (final </a:t>
            </a:r>
            <a:r>
              <a:rPr lang="en-US" sz="1050" dirty="0" err="1" smtClean="0"/>
              <a:t>IOException</a:t>
            </a:r>
            <a:r>
              <a:rPr lang="en-US" sz="1050" dirty="0" smtClean="0"/>
              <a:t> e) {</a:t>
            </a:r>
          </a:p>
          <a:p>
            <a:pPr>
              <a:buNone/>
            </a:pPr>
            <a:r>
              <a:rPr lang="en-US" sz="1050" dirty="0" smtClean="0"/>
              <a:t>                        </a:t>
            </a:r>
            <a:r>
              <a:rPr lang="en-US" sz="1050" dirty="0" err="1" smtClean="0"/>
              <a:t>e.printStackTrace</a:t>
            </a:r>
            <a:r>
              <a:rPr lang="en-US" sz="1050" dirty="0" smtClean="0"/>
              <a:t>();</a:t>
            </a:r>
          </a:p>
          <a:p>
            <a:pPr>
              <a:buNone/>
            </a:pPr>
            <a:r>
              <a:rPr lang="en-US" sz="1050" dirty="0" smtClean="0"/>
              <a:t>                    }</a:t>
            </a:r>
          </a:p>
          <a:p>
            <a:pPr>
              <a:buNone/>
            </a:pPr>
            <a:r>
              <a:rPr lang="en-US" sz="1050" dirty="0" smtClean="0"/>
              <a:t>                }</a:t>
            </a:r>
          </a:p>
          <a:p>
            <a:pPr>
              <a:buNone/>
            </a:pPr>
            <a:r>
              <a:rPr lang="en-US" sz="1050" dirty="0" smtClean="0"/>
              <a:t>            }</a:t>
            </a:r>
          </a:p>
          <a:p>
            <a:pPr>
              <a:buNone/>
            </a:pPr>
            <a:r>
              <a:rPr lang="en-US" sz="1050" dirty="0" smtClean="0"/>
              <a:t>            return result;</a:t>
            </a:r>
          </a:p>
          <a:p>
            <a:pPr>
              <a:buNone/>
            </a:pPr>
            <a:r>
              <a:rPr lang="en-US" sz="1050" dirty="0" smtClean="0"/>
              <a:t>        }</a:t>
            </a:r>
          </a:p>
          <a:p>
            <a:pPr>
              <a:buNone/>
            </a:pPr>
            <a:endParaRPr lang="en-US" sz="1050" dirty="0" smtClean="0"/>
          </a:p>
          <a:p>
            <a:pPr>
              <a:buNone/>
            </a:pPr>
            <a:r>
              <a:rPr lang="en-US" sz="1050" dirty="0" smtClean="0"/>
              <a:t>        @Override</a:t>
            </a:r>
          </a:p>
          <a:p>
            <a:pPr>
              <a:buNone/>
            </a:pPr>
            <a:r>
              <a:rPr lang="en-US" sz="1050" dirty="0" smtClean="0"/>
              <a:t>        protected void </a:t>
            </a:r>
            <a:r>
              <a:rPr lang="en-US" sz="1050" dirty="0" err="1" smtClean="0"/>
              <a:t>onPostExecute</a:t>
            </a:r>
            <a:r>
              <a:rPr lang="en-US" sz="1050" dirty="0" smtClean="0"/>
              <a:t>(String result) {</a:t>
            </a:r>
          </a:p>
          <a:p>
            <a:pPr>
              <a:buNone/>
            </a:pPr>
            <a:r>
              <a:rPr lang="en-US" sz="1050" dirty="0" smtClean="0"/>
              <a:t>            </a:t>
            </a:r>
            <a:r>
              <a:rPr lang="en-US" sz="1050" dirty="0" err="1" smtClean="0"/>
              <a:t>super.onPostExecute</a:t>
            </a:r>
            <a:r>
              <a:rPr lang="en-US" sz="1050" dirty="0" smtClean="0"/>
              <a:t>(result);</a:t>
            </a:r>
          </a:p>
          <a:p>
            <a:pPr>
              <a:buNone/>
            </a:pPr>
            <a:r>
              <a:rPr lang="en-US" sz="1050" dirty="0" smtClean="0"/>
              <a:t>            if (result != null) {</a:t>
            </a:r>
          </a:p>
          <a:p>
            <a:pPr>
              <a:buNone/>
            </a:pPr>
            <a:r>
              <a:rPr lang="en-US" sz="1050" dirty="0" smtClean="0"/>
              <a:t>                </a:t>
            </a:r>
            <a:r>
              <a:rPr lang="en-US" sz="1050" dirty="0" err="1" smtClean="0"/>
              <a:t>resultTextView.setText</a:t>
            </a:r>
            <a:r>
              <a:rPr lang="en-US" sz="1050" dirty="0" smtClean="0"/>
              <a:t>(result);</a:t>
            </a:r>
          </a:p>
          <a:p>
            <a:pPr>
              <a:buNone/>
            </a:pPr>
            <a:r>
              <a:rPr lang="en-US" sz="1050" dirty="0" smtClean="0"/>
              <a:t>            } else {</a:t>
            </a:r>
          </a:p>
          <a:p>
            <a:pPr>
              <a:buNone/>
            </a:pPr>
            <a:r>
              <a:rPr lang="en-US" sz="1050" dirty="0" smtClean="0"/>
              <a:t>                </a:t>
            </a:r>
            <a:r>
              <a:rPr lang="en-US" sz="1050" dirty="0" err="1" smtClean="0"/>
              <a:t>resultTextView.setText</a:t>
            </a:r>
            <a:r>
              <a:rPr lang="en-US" sz="1050" dirty="0" smtClean="0"/>
              <a:t>("Error fetching data.");</a:t>
            </a:r>
          </a:p>
          <a:p>
            <a:pPr>
              <a:buNone/>
            </a:pPr>
            <a:r>
              <a:rPr lang="en-US" sz="1050" dirty="0" smtClean="0"/>
              <a:t>            }</a:t>
            </a:r>
          </a:p>
          <a:p>
            <a:pPr>
              <a:buNone/>
            </a:pPr>
            <a:r>
              <a:rPr lang="en-US" sz="1050" dirty="0" smtClean="0"/>
              <a:t>        }</a:t>
            </a:r>
          </a:p>
          <a:p>
            <a:pPr>
              <a:buNone/>
            </a:pPr>
            <a:r>
              <a:rPr lang="en-US" sz="1050" dirty="0" smtClean="0"/>
              <a:t>    }</a:t>
            </a:r>
          </a:p>
          <a:p>
            <a:pPr>
              <a:buNone/>
            </a:pPr>
            <a:r>
              <a:rPr lang="en-US" sz="1050" dirty="0" smtClean="0"/>
              <a:t>}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AndroidManifest.xml</a:t>
            </a:r>
            <a:r>
              <a:rPr lang="en-US" b="1" dirty="0"/>
              <a:t> (Permissions)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Add the internet permission inside the 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&lt;manifest&gt;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tag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&lt;uses-permission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android:name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android.permission.INTERNET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/&gt;</a:t>
            </a:r>
          </a:p>
          <a:p>
            <a:pPr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Alternative of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Java 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java.util.concurrent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 Utilities (Executors and Handlers):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This approach uses 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ExecutorService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(created with Executors) to run background tasks and a Handler (associated with 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Looper.getMainLooper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()) to post results back to the UI thread.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provides a similar separation of background and UI work as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AsyncTask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but with more control and flexibility.</a:t>
            </a:r>
          </a:p>
          <a:p>
            <a:pPr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SMS and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There are three very important </a:t>
            </a:r>
            <a:r>
              <a:rPr lang="en-US" sz="1600" b="1" i="1" u="sng" dirty="0">
                <a:latin typeface="Times New Roman" pitchFamily="18" charset="0"/>
                <a:cs typeface="Times New Roman" pitchFamily="18" charset="0"/>
                <a:hlinkClick r:id="rId2"/>
              </a:rPr>
              <a:t>features of Android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that are 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SMS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and the 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Call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SMS is a Short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Message Service. It is a messaging service in Android.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It is send a messages to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particular contact number. This is provided to us by </a:t>
            </a:r>
            <a:r>
              <a:rPr lang="en-US" sz="1600" u="sng" dirty="0">
                <a:latin typeface="Times New Roman" pitchFamily="18" charset="0"/>
                <a:cs typeface="Times New Roman" pitchFamily="18" charset="0"/>
                <a:hlinkClick r:id="rId3"/>
              </a:rPr>
              <a:t>Android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in two ways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–</a:t>
            </a:r>
          </a:p>
          <a:p>
            <a:pPr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1600" dirty="0"/>
              <a:t>Using the </a:t>
            </a:r>
            <a:r>
              <a:rPr lang="en-US" sz="1600" b="1" dirty="0" err="1"/>
              <a:t>SMSManager</a:t>
            </a:r>
            <a:r>
              <a:rPr lang="en-US" sz="1600" dirty="0"/>
              <a:t> API.</a:t>
            </a:r>
          </a:p>
          <a:p>
            <a:pPr fontAlgn="base"/>
            <a:r>
              <a:rPr lang="en-US" sz="1600" dirty="0"/>
              <a:t>Using the </a:t>
            </a:r>
            <a:r>
              <a:rPr lang="en-US" sz="1600" b="1" dirty="0"/>
              <a:t>Built-In application</a:t>
            </a:r>
            <a:r>
              <a:rPr lang="en-US" sz="1600" dirty="0"/>
              <a:t> for sending messages.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Send SMS using </a:t>
            </a:r>
            <a:r>
              <a:rPr lang="en-US" b="1" dirty="0" err="1" smtClean="0"/>
              <a:t>SMSManager</a:t>
            </a:r>
            <a:r>
              <a:rPr lang="en-US" dirty="0" smtClean="0"/>
              <a:t> 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SmsManager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smsmanage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SmsManager.getDefault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pPr>
              <a:buNone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smsmanage.sendTextMessage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(“Phone Number”, null, “The message to be sent”, null, null);</a:t>
            </a:r>
          </a:p>
          <a:p>
            <a:pPr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/>
              <a:t>For this, we would need to set permission to send SMS in the </a:t>
            </a:r>
            <a:r>
              <a:rPr lang="en-US" sz="1600" b="1" dirty="0"/>
              <a:t>Manifest file</a:t>
            </a:r>
            <a:r>
              <a:rPr lang="en-US" sz="1600" dirty="0" smtClean="0"/>
              <a:t>.</a:t>
            </a:r>
          </a:p>
          <a:p>
            <a:pPr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 smtClean="0"/>
              <a:t>&lt;uses-permission </a:t>
            </a:r>
            <a:r>
              <a:rPr lang="en-US" sz="1600" dirty="0" err="1" smtClean="0"/>
              <a:t>android:name</a:t>
            </a:r>
            <a:r>
              <a:rPr lang="en-US" sz="1600" dirty="0" smtClean="0"/>
              <a:t>="</a:t>
            </a:r>
            <a:r>
              <a:rPr lang="en-US" sz="1600" dirty="0" err="1" smtClean="0"/>
              <a:t>android.permission.SEND_SMS</a:t>
            </a:r>
            <a:r>
              <a:rPr lang="en-US" sz="1600" dirty="0" smtClean="0"/>
              <a:t>"/&gt;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Built-in </a:t>
            </a:r>
            <a:r>
              <a:rPr lang="en-US" dirty="0"/>
              <a:t>application </a:t>
            </a:r>
            <a:r>
              <a:rPr lang="en-US" b="1" i="1" u="sng" dirty="0">
                <a:hlinkClick r:id="rId2"/>
              </a:rPr>
              <a:t>Intent</a:t>
            </a:r>
            <a:r>
              <a:rPr lang="en-US" dirty="0"/>
              <a:t> for SMS: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Intent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smsIntent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= new Intent(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Intent.ACTION_VIEW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smsIntent.putExtra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("...Message...", "...default content..."); </a:t>
            </a:r>
          </a:p>
          <a:p>
            <a:pPr>
              <a:buNone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smsIntentt.setType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vnd.android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-dir/mms-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"); </a:t>
            </a:r>
          </a:p>
          <a:p>
            <a:pPr>
              <a:buNone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startActivity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sendIntent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/>
              <a:t>For this too, we would need to set permission to send SMS in the </a:t>
            </a:r>
            <a:r>
              <a:rPr lang="en-US" sz="1600" b="1" dirty="0"/>
              <a:t>Manifest file</a:t>
            </a:r>
            <a:r>
              <a:rPr lang="en-US" sz="1600" dirty="0" smtClean="0"/>
              <a:t>.</a:t>
            </a:r>
          </a:p>
          <a:p>
            <a:pPr>
              <a:buNone/>
            </a:pPr>
            <a:r>
              <a:rPr lang="en-US" sz="1600" dirty="0" smtClean="0"/>
              <a:t>&lt;uses-permission </a:t>
            </a:r>
            <a:r>
              <a:rPr lang="en-US" sz="1600" dirty="0" err="1" smtClean="0"/>
              <a:t>android:name</a:t>
            </a:r>
            <a:r>
              <a:rPr lang="en-US" sz="1600" dirty="0" smtClean="0"/>
              <a:t>="</a:t>
            </a:r>
            <a:r>
              <a:rPr lang="en-US" sz="1600" dirty="0" err="1" smtClean="0"/>
              <a:t>android.permission.SEND_SMS</a:t>
            </a:r>
            <a:r>
              <a:rPr lang="en-US" sz="1600" dirty="0" smtClean="0"/>
              <a:t>"/&gt;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74638"/>
            <a:ext cx="8258204" cy="868346"/>
          </a:xfrm>
        </p:spPr>
        <p:txBody>
          <a:bodyPr/>
          <a:lstStyle/>
          <a:p>
            <a:r>
              <a:rPr lang="en-US" dirty="0" err="1" smtClean="0"/>
              <a:t>Example:</a:t>
            </a:r>
            <a:r>
              <a:rPr lang="en-US" b="1" dirty="0" err="1"/>
              <a:t>MainActivity.java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401080" cy="5429288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android.Manifest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android.app.Activity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android.content.pm.PackageManager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android.os.Bundle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android.telephony.SmsManager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android.view.View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android.widget.Button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android.widget.EditText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android.widget.Toast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androidx.core.app.ActivityCompat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androidx.core.content.ContextCompat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MainActivity</a:t>
            </a:r>
            <a:r>
              <a:rPr lang="en-US" dirty="0" smtClean="0"/>
              <a:t> extends Activity {</a:t>
            </a:r>
          </a:p>
          <a:p>
            <a:pPr>
              <a:buNone/>
            </a:pPr>
            <a:r>
              <a:rPr lang="en-US" dirty="0" smtClean="0"/>
              <a:t>   private static final </a:t>
            </a:r>
            <a:r>
              <a:rPr lang="en-US" dirty="0" err="1" smtClean="0"/>
              <a:t>int</a:t>
            </a:r>
            <a:r>
              <a:rPr lang="en-US" dirty="0" smtClean="0"/>
              <a:t> PERMISSION_RQST_SEND = 0;</a:t>
            </a:r>
          </a:p>
          <a:p>
            <a:pPr>
              <a:buNone/>
            </a:pPr>
            <a:r>
              <a:rPr lang="en-US" dirty="0" smtClean="0"/>
              <a:t>   Button button1;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EditText</a:t>
            </a:r>
            <a:r>
              <a:rPr lang="en-US" dirty="0" smtClean="0"/>
              <a:t> </a:t>
            </a:r>
            <a:r>
              <a:rPr lang="en-US" dirty="0" err="1" smtClean="0"/>
              <a:t>phoneNo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EditText</a:t>
            </a:r>
            <a:r>
              <a:rPr lang="en-US" dirty="0" smtClean="0"/>
              <a:t> </a:t>
            </a:r>
            <a:r>
              <a:rPr lang="en-US" dirty="0" err="1" smtClean="0"/>
              <a:t>myMessage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String </a:t>
            </a:r>
            <a:r>
              <a:rPr lang="en-US" dirty="0" err="1" smtClean="0"/>
              <a:t>phoneNo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String message;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@Override</a:t>
            </a:r>
          </a:p>
          <a:p>
            <a:pPr>
              <a:buNone/>
            </a:pPr>
            <a:r>
              <a:rPr lang="en-US" dirty="0" smtClean="0"/>
              <a:t>   protected void </a:t>
            </a:r>
            <a:r>
              <a:rPr lang="en-US" dirty="0" err="1" smtClean="0"/>
              <a:t>onCreate</a:t>
            </a:r>
            <a:r>
              <a:rPr lang="en-US" dirty="0" smtClean="0"/>
              <a:t>(Bundle </a:t>
            </a:r>
            <a:r>
              <a:rPr lang="en-US" dirty="0" err="1" smtClean="0"/>
              <a:t>savedInstanceState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super.onCreate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setContentView</a:t>
            </a:r>
            <a:r>
              <a:rPr lang="en-US" dirty="0" smtClean="0"/>
              <a:t>(</a:t>
            </a:r>
            <a:r>
              <a:rPr lang="en-US" dirty="0" err="1" smtClean="0"/>
              <a:t>R.layout.activity_main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button1 = (Button)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R.id.btnSendSMS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phoneNo</a:t>
            </a:r>
            <a:r>
              <a:rPr lang="en-US" dirty="0" smtClean="0"/>
              <a:t> = (</a:t>
            </a:r>
            <a:r>
              <a:rPr lang="en-US" dirty="0" err="1" smtClean="0"/>
              <a:t>EditText</a:t>
            </a:r>
            <a:r>
              <a:rPr lang="en-US" dirty="0" smtClean="0"/>
              <a:t>)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R.id.editText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myMessage</a:t>
            </a:r>
            <a:r>
              <a:rPr lang="en-US" dirty="0" smtClean="0"/>
              <a:t> = (</a:t>
            </a:r>
            <a:r>
              <a:rPr lang="en-US" dirty="0" err="1" smtClean="0"/>
              <a:t>EditText</a:t>
            </a:r>
            <a:r>
              <a:rPr lang="en-US" dirty="0" smtClean="0"/>
              <a:t>) </a:t>
            </a:r>
            <a:r>
              <a:rPr lang="en-US" dirty="0" err="1" smtClean="0"/>
              <a:t>findViewById</a:t>
            </a:r>
            <a:r>
              <a:rPr lang="en-US" dirty="0" smtClean="0"/>
              <a:t>(R.id.editText2);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button1.setOnClickListener(new </a:t>
            </a:r>
            <a:r>
              <a:rPr lang="en-US" dirty="0" err="1" smtClean="0"/>
              <a:t>View.OnClickListener</a:t>
            </a:r>
            <a:r>
              <a:rPr lang="en-US" dirty="0" smtClean="0"/>
              <a:t>() {</a:t>
            </a:r>
          </a:p>
          <a:p>
            <a:pPr>
              <a:buNone/>
            </a:pPr>
            <a:r>
              <a:rPr lang="en-US" dirty="0" smtClean="0"/>
              <a:t>           public void </a:t>
            </a:r>
            <a:r>
              <a:rPr lang="en-US" dirty="0" err="1" smtClean="0"/>
              <a:t>onClick</a:t>
            </a:r>
            <a:r>
              <a:rPr lang="en-US" dirty="0" smtClean="0"/>
              <a:t>(View </a:t>
            </a:r>
            <a:r>
              <a:rPr lang="en-US" dirty="0" err="1" smtClean="0"/>
              <a:t>view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       </a:t>
            </a:r>
            <a:r>
              <a:rPr lang="en-US" dirty="0" err="1" smtClean="0"/>
              <a:t>sendSMSMessage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         }</a:t>
            </a:r>
          </a:p>
          <a:p>
            <a:pPr>
              <a:buNone/>
            </a:pPr>
            <a:r>
              <a:rPr lang="en-US" dirty="0" smtClean="0"/>
              <a:t>       });</a:t>
            </a:r>
          </a:p>
          <a:p>
            <a:pPr>
              <a:buNone/>
            </a:pPr>
            <a:r>
              <a:rPr lang="en-US" dirty="0" smtClean="0"/>
              <a:t>   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4638"/>
            <a:ext cx="8115328" cy="796908"/>
          </a:xfrm>
        </p:spPr>
        <p:txBody>
          <a:bodyPr/>
          <a:lstStyle/>
          <a:p>
            <a:r>
              <a:rPr lang="en-US" dirty="0" smtClean="0"/>
              <a:t>Continue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214422"/>
            <a:ext cx="8329642" cy="4911741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dirty="0" smtClean="0"/>
              <a:t>protected void </a:t>
            </a:r>
            <a:r>
              <a:rPr lang="en-US" dirty="0" err="1" smtClean="0"/>
              <a:t>sendSMSMessage</a:t>
            </a:r>
            <a:r>
              <a:rPr lang="en-US" dirty="0" smtClean="0"/>
              <a:t>() {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phoneNo</a:t>
            </a:r>
            <a:r>
              <a:rPr lang="en-US" dirty="0" smtClean="0"/>
              <a:t> = </a:t>
            </a:r>
            <a:r>
              <a:rPr lang="en-US" dirty="0" err="1" smtClean="0"/>
              <a:t>phoneNo.getText</a:t>
            </a:r>
            <a:r>
              <a:rPr lang="en-US" dirty="0" smtClean="0"/>
              <a:t>().</a:t>
            </a:r>
            <a:r>
              <a:rPr lang="en-US" dirty="0" err="1" smtClean="0"/>
              <a:t>toString</a:t>
            </a:r>
            <a:r>
              <a:rPr lang="en-US" dirty="0" smtClean="0"/>
              <a:t>();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//we’ll get the phone number from the user</a:t>
            </a:r>
          </a:p>
          <a:p>
            <a:pPr>
              <a:buNone/>
            </a:pPr>
            <a:r>
              <a:rPr lang="en-US" dirty="0" smtClean="0"/>
              <a:t>       message = </a:t>
            </a:r>
            <a:r>
              <a:rPr lang="en-US" dirty="0" err="1" smtClean="0"/>
              <a:t>myMessage.getText</a:t>
            </a:r>
            <a:r>
              <a:rPr lang="en-US" dirty="0" smtClean="0"/>
              <a:t>().</a:t>
            </a:r>
            <a:r>
              <a:rPr lang="en-US" dirty="0" err="1" smtClean="0"/>
              <a:t>toString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//we’ll get the Message from the user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//We’ll check the permission is granted or not . If not we’ll change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if (</a:t>
            </a:r>
            <a:r>
              <a:rPr lang="en-US" dirty="0" err="1" smtClean="0"/>
              <a:t>ContextCompat.checkSelfPermission</a:t>
            </a:r>
            <a:r>
              <a:rPr lang="en-US" dirty="0" smtClean="0"/>
              <a:t>(</a:t>
            </a:r>
            <a:r>
              <a:rPr lang="en-US" dirty="0" err="1" smtClean="0"/>
              <a:t>this,Manifest.permission.SEND_SMS</a:t>
            </a:r>
            <a:r>
              <a:rPr lang="en-US" dirty="0" smtClean="0"/>
              <a:t>) != </a:t>
            </a:r>
            <a:r>
              <a:rPr lang="en-US" dirty="0" err="1" smtClean="0"/>
              <a:t>PackageManager.PERMISSION_GRANTED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   if (</a:t>
            </a:r>
            <a:r>
              <a:rPr lang="en-US" dirty="0" err="1" smtClean="0"/>
              <a:t>ActivityCompat.shouldShowRequestPermissionRationale</a:t>
            </a:r>
            <a:r>
              <a:rPr lang="en-US" dirty="0" smtClean="0"/>
              <a:t>(</a:t>
            </a:r>
            <a:r>
              <a:rPr lang="en-US" dirty="0" err="1" smtClean="0"/>
              <a:t>this,Manifest.permission.SEND_SMS</a:t>
            </a:r>
            <a:r>
              <a:rPr lang="en-US" dirty="0" smtClean="0"/>
              <a:t>)) {</a:t>
            </a:r>
          </a:p>
          <a:p>
            <a:pPr>
              <a:buNone/>
            </a:pPr>
            <a:r>
              <a:rPr lang="en-US" dirty="0" smtClean="0"/>
              <a:t>           }</a:t>
            </a:r>
          </a:p>
          <a:p>
            <a:pPr>
              <a:buNone/>
            </a:pPr>
            <a:r>
              <a:rPr lang="en-US" dirty="0" smtClean="0"/>
              <a:t>        else { </a:t>
            </a:r>
            <a:r>
              <a:rPr lang="en-US" dirty="0" err="1" smtClean="0"/>
              <a:t>ActivityCompat.requestPermissions</a:t>
            </a:r>
            <a:r>
              <a:rPr lang="en-US" dirty="0" smtClean="0"/>
              <a:t>(this, new String[]{</a:t>
            </a:r>
            <a:r>
              <a:rPr lang="en-US" dirty="0" err="1" smtClean="0"/>
              <a:t>Manifest.permission.SEND_SMS</a:t>
            </a:r>
            <a:r>
              <a:rPr lang="en-US" dirty="0" smtClean="0"/>
              <a:t>}, PERMISSION_RQST_SEND);</a:t>
            </a:r>
          </a:p>
          <a:p>
            <a:pPr>
              <a:buNone/>
            </a:pPr>
            <a:r>
              <a:rPr lang="en-US" dirty="0" smtClean="0"/>
              <a:t>           }</a:t>
            </a:r>
          </a:p>
          <a:p>
            <a:pPr>
              <a:buNone/>
            </a:pPr>
            <a:r>
              <a:rPr lang="en-US" dirty="0" smtClean="0"/>
              <a:t>       }</a:t>
            </a:r>
          </a:p>
          <a:p>
            <a:pPr>
              <a:buNone/>
            </a:pPr>
            <a:r>
              <a:rPr lang="en-US" dirty="0" smtClean="0"/>
              <a:t>   }</a:t>
            </a:r>
          </a:p>
          <a:p>
            <a:pPr>
              <a:buNone/>
            </a:pPr>
            <a:r>
              <a:rPr lang="en-US" dirty="0" smtClean="0"/>
              <a:t>//Now once the permission is there or not would be checked</a:t>
            </a:r>
          </a:p>
          <a:p>
            <a:pPr>
              <a:buNone/>
            </a:pPr>
            <a:r>
              <a:rPr lang="en-US" dirty="0" smtClean="0"/>
              <a:t>   @Override</a:t>
            </a:r>
          </a:p>
          <a:p>
            <a:pPr>
              <a:buNone/>
            </a:pPr>
            <a:r>
              <a:rPr lang="en-US" dirty="0" smtClean="0"/>
              <a:t>   public void </a:t>
            </a:r>
            <a:r>
              <a:rPr lang="en-US" dirty="0" err="1" smtClean="0"/>
              <a:t>onRequestPermissionsResult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requestCode</a:t>
            </a:r>
            <a:r>
              <a:rPr lang="en-US" dirty="0" smtClean="0"/>
              <a:t>, String permissions[], </a:t>
            </a:r>
            <a:r>
              <a:rPr lang="en-US" dirty="0" err="1" smtClean="0"/>
              <a:t>int</a:t>
            </a:r>
            <a:r>
              <a:rPr lang="en-US" dirty="0" smtClean="0"/>
              <a:t>[] </a:t>
            </a:r>
            <a:r>
              <a:rPr lang="en-US" dirty="0" err="1" smtClean="0"/>
              <a:t>grantResults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switch (</a:t>
            </a:r>
            <a:r>
              <a:rPr lang="en-US" dirty="0" err="1" smtClean="0"/>
              <a:t>requestCode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   case PERMISSION_RQST_SEND: {</a:t>
            </a:r>
          </a:p>
          <a:p>
            <a:pPr>
              <a:buNone/>
            </a:pPr>
            <a:r>
              <a:rPr lang="en-US" dirty="0" smtClean="0"/>
              <a:t>               if (</a:t>
            </a:r>
            <a:r>
              <a:rPr lang="en-US" dirty="0" err="1" smtClean="0"/>
              <a:t>grantResults.length</a:t>
            </a:r>
            <a:r>
              <a:rPr lang="en-US" dirty="0" smtClean="0"/>
              <a:t> &gt; 0 &amp;&amp; </a:t>
            </a:r>
            <a:r>
              <a:rPr lang="en-US" dirty="0" err="1" smtClean="0"/>
              <a:t>grantResults</a:t>
            </a:r>
            <a:r>
              <a:rPr lang="en-US" dirty="0" smtClean="0"/>
              <a:t>[0] == </a:t>
            </a:r>
            <a:r>
              <a:rPr lang="en-US" dirty="0" err="1" smtClean="0"/>
              <a:t>PackageManager.PERMISSION_GRANTED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           </a:t>
            </a:r>
            <a:r>
              <a:rPr lang="en-US" dirty="0" err="1" smtClean="0"/>
              <a:t>SmsManager</a:t>
            </a:r>
            <a:r>
              <a:rPr lang="en-US" dirty="0" smtClean="0"/>
              <a:t> </a:t>
            </a:r>
            <a:r>
              <a:rPr lang="en-US" dirty="0" err="1" smtClean="0"/>
              <a:t>smsManager</a:t>
            </a:r>
            <a:r>
              <a:rPr lang="en-US" dirty="0" smtClean="0"/>
              <a:t> = </a:t>
            </a:r>
            <a:r>
              <a:rPr lang="en-US" dirty="0" err="1" smtClean="0"/>
              <a:t>SmsManager.getDefault</a:t>
            </a:r>
            <a:r>
              <a:rPr lang="en-US" dirty="0" smtClean="0"/>
              <a:t>();</a:t>
            </a:r>
          </a:p>
          <a:p>
            <a:pPr>
              <a:buNone/>
            </a:pPr>
            <a:r>
              <a:rPr lang="en-US" dirty="0" smtClean="0"/>
              <a:t>                   </a:t>
            </a:r>
            <a:r>
              <a:rPr lang="en-US" dirty="0" err="1" smtClean="0"/>
              <a:t>smsManager.sendTextMessage</a:t>
            </a:r>
            <a:r>
              <a:rPr lang="en-US" dirty="0" smtClean="0"/>
              <a:t>(</a:t>
            </a:r>
            <a:r>
              <a:rPr lang="en-US" dirty="0" err="1" smtClean="0"/>
              <a:t>phoneNo</a:t>
            </a:r>
            <a:r>
              <a:rPr lang="en-US" dirty="0" smtClean="0"/>
              <a:t>, null, message, null, null);</a:t>
            </a:r>
          </a:p>
          <a:p>
            <a:pPr>
              <a:buNone/>
            </a:pPr>
            <a:r>
              <a:rPr lang="en-US" dirty="0" smtClean="0"/>
              <a:t>                   </a:t>
            </a:r>
            <a:r>
              <a:rPr lang="en-US" dirty="0" err="1" smtClean="0"/>
              <a:t>Toast.makeText</a:t>
            </a:r>
            <a:r>
              <a:rPr lang="en-US" dirty="0" smtClean="0"/>
              <a:t>(</a:t>
            </a:r>
            <a:r>
              <a:rPr lang="en-US" dirty="0" err="1" smtClean="0"/>
              <a:t>getApplicationContext</a:t>
            </a:r>
            <a:r>
              <a:rPr lang="en-US" dirty="0" smtClean="0"/>
              <a:t>(), "SMS </a:t>
            </a:r>
            <a:r>
              <a:rPr lang="en-US" dirty="0" err="1" smtClean="0"/>
              <a:t>sent.",Toast.LENGTH_LONG</a:t>
            </a:r>
            <a:r>
              <a:rPr lang="en-US" dirty="0" smtClean="0"/>
              <a:t>).show();</a:t>
            </a:r>
          </a:p>
          <a:p>
            <a:pPr>
              <a:buNone/>
            </a:pPr>
            <a:r>
              <a:rPr lang="en-US" dirty="0" smtClean="0"/>
              <a:t>               } else {</a:t>
            </a:r>
            <a:r>
              <a:rPr lang="en-US" dirty="0" err="1" smtClean="0"/>
              <a:t>Toast.makeText</a:t>
            </a:r>
            <a:r>
              <a:rPr lang="en-US" dirty="0" smtClean="0"/>
              <a:t>(</a:t>
            </a:r>
            <a:r>
              <a:rPr lang="en-US" dirty="0" err="1" smtClean="0"/>
              <a:t>getApplicationContext</a:t>
            </a:r>
            <a:r>
              <a:rPr lang="en-US" dirty="0" smtClean="0"/>
              <a:t>(), "SMS failed, you may try again later.", </a:t>
            </a:r>
            <a:r>
              <a:rPr lang="en-US" dirty="0" err="1" smtClean="0"/>
              <a:t>Toast.LENGTH_LONG</a:t>
            </a:r>
            <a:r>
              <a:rPr lang="en-US" dirty="0" smtClean="0"/>
              <a:t>).show();</a:t>
            </a:r>
          </a:p>
          <a:p>
            <a:pPr>
              <a:buNone/>
            </a:pPr>
            <a:r>
              <a:rPr lang="en-US" dirty="0" smtClean="0"/>
              <a:t>                   return;</a:t>
            </a:r>
          </a:p>
          <a:p>
            <a:pPr>
              <a:buNone/>
            </a:pPr>
            <a:r>
              <a:rPr lang="en-US" dirty="0" smtClean="0"/>
              <a:t>               }</a:t>
            </a:r>
          </a:p>
          <a:p>
            <a:pPr>
              <a:buNone/>
            </a:pPr>
            <a:r>
              <a:rPr lang="en-US" dirty="0" smtClean="0"/>
              <a:t>           }</a:t>
            </a:r>
          </a:p>
          <a:p>
            <a:pPr>
              <a:buNone/>
            </a:pPr>
            <a:r>
              <a:rPr lang="en-US" dirty="0" smtClean="0"/>
              <a:t>       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Manifest.xml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dirty="0" smtClean="0"/>
              <a:t>&lt;?xml version="1.0" encoding="utf-8"?&gt;</a:t>
            </a:r>
          </a:p>
          <a:p>
            <a:pPr>
              <a:buNone/>
            </a:pPr>
            <a:r>
              <a:rPr lang="en-US" dirty="0" smtClean="0"/>
              <a:t>&lt;manifest </a:t>
            </a:r>
            <a:r>
              <a:rPr lang="en-US" dirty="0" err="1" smtClean="0"/>
              <a:t>xmlns:android</a:t>
            </a:r>
            <a:r>
              <a:rPr lang="en-US" dirty="0" smtClean="0"/>
              <a:t>="http://schemas.android.com/apk/res/android"</a:t>
            </a:r>
          </a:p>
          <a:p>
            <a:pPr>
              <a:buNone/>
            </a:pPr>
            <a:r>
              <a:rPr lang="en-US" dirty="0" smtClean="0"/>
              <a:t>   package="</a:t>
            </a:r>
            <a:r>
              <a:rPr lang="en-US" dirty="0" err="1" smtClean="0"/>
              <a:t>com.DataFlair.smssample</a:t>
            </a:r>
            <a:r>
              <a:rPr lang="en-US" dirty="0" smtClean="0"/>
              <a:t>"&gt;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   &lt;uses-permission </a:t>
            </a:r>
            <a:r>
              <a:rPr lang="en-US" b="1" dirty="0" err="1" smtClean="0"/>
              <a:t>android:name</a:t>
            </a:r>
            <a:r>
              <a:rPr lang="en-US" b="1" dirty="0" smtClean="0"/>
              <a:t>="</a:t>
            </a:r>
            <a:r>
              <a:rPr lang="en-US" b="1" dirty="0" err="1" smtClean="0"/>
              <a:t>android.permission.SEND_SMS</a:t>
            </a:r>
            <a:r>
              <a:rPr lang="en-US" b="1" dirty="0" smtClean="0"/>
              <a:t>" /&gt;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&lt;application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android:allowBackup</a:t>
            </a:r>
            <a:r>
              <a:rPr lang="en-US" dirty="0" smtClean="0"/>
              <a:t>="true"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android:icon</a:t>
            </a:r>
            <a:r>
              <a:rPr lang="en-US" dirty="0" smtClean="0"/>
              <a:t>="@</a:t>
            </a:r>
            <a:r>
              <a:rPr lang="en-US" dirty="0" err="1" smtClean="0"/>
              <a:t>mipmap</a:t>
            </a:r>
            <a:r>
              <a:rPr lang="en-US" dirty="0" smtClean="0"/>
              <a:t>/</a:t>
            </a:r>
            <a:r>
              <a:rPr lang="en-US" dirty="0" err="1" smtClean="0"/>
              <a:t>ic_launcher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android:label</a:t>
            </a:r>
            <a:r>
              <a:rPr lang="en-US" dirty="0" smtClean="0"/>
              <a:t>="@string/</a:t>
            </a:r>
            <a:r>
              <a:rPr lang="en-US" dirty="0" err="1" smtClean="0"/>
              <a:t>app_name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android:roundIcon</a:t>
            </a:r>
            <a:r>
              <a:rPr lang="en-US" dirty="0" smtClean="0"/>
              <a:t>="@</a:t>
            </a:r>
            <a:r>
              <a:rPr lang="en-US" dirty="0" err="1" smtClean="0"/>
              <a:t>mipmap</a:t>
            </a:r>
            <a:r>
              <a:rPr lang="en-US" dirty="0" smtClean="0"/>
              <a:t>/</a:t>
            </a:r>
            <a:r>
              <a:rPr lang="en-US" dirty="0" err="1" smtClean="0"/>
              <a:t>ic_launcher_round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android:supportsRtl</a:t>
            </a:r>
            <a:r>
              <a:rPr lang="en-US" dirty="0" smtClean="0"/>
              <a:t>="true"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android:theme</a:t>
            </a:r>
            <a:r>
              <a:rPr lang="en-US" dirty="0" smtClean="0"/>
              <a:t>="@style/</a:t>
            </a:r>
            <a:r>
              <a:rPr lang="en-US" dirty="0" err="1" smtClean="0"/>
              <a:t>AppTheme</a:t>
            </a:r>
            <a:r>
              <a:rPr lang="en-US" dirty="0" smtClean="0"/>
              <a:t>"&gt;</a:t>
            </a:r>
          </a:p>
          <a:p>
            <a:pPr>
              <a:buNone/>
            </a:pPr>
            <a:r>
              <a:rPr lang="en-US" dirty="0" smtClean="0"/>
              <a:t>       &lt;activity</a:t>
            </a:r>
          </a:p>
          <a:p>
            <a:pPr>
              <a:buNone/>
            </a:pPr>
            <a:r>
              <a:rPr lang="en-US" dirty="0" smtClean="0"/>
              <a:t>           </a:t>
            </a:r>
            <a:r>
              <a:rPr lang="en-US" dirty="0" err="1" smtClean="0"/>
              <a:t>android:name</a:t>
            </a:r>
            <a:r>
              <a:rPr lang="en-US" dirty="0" smtClean="0"/>
              <a:t>="</a:t>
            </a:r>
            <a:r>
              <a:rPr lang="en-US" dirty="0" err="1" smtClean="0"/>
              <a:t>com.DataFlair.smssample.MainActivity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   </a:t>
            </a:r>
            <a:r>
              <a:rPr lang="en-US" dirty="0" err="1" smtClean="0"/>
              <a:t>android:label</a:t>
            </a:r>
            <a:r>
              <a:rPr lang="en-US" dirty="0" smtClean="0"/>
              <a:t>="@string/</a:t>
            </a:r>
            <a:r>
              <a:rPr lang="en-US" dirty="0" err="1" smtClean="0"/>
              <a:t>app_name</a:t>
            </a:r>
            <a:r>
              <a:rPr lang="en-US" dirty="0" smtClean="0"/>
              <a:t>"&gt;</a:t>
            </a:r>
          </a:p>
          <a:p>
            <a:pPr>
              <a:buNone/>
            </a:pPr>
            <a:r>
              <a:rPr lang="en-US" dirty="0" smtClean="0"/>
              <a:t>           &lt;intent-filter&gt;</a:t>
            </a:r>
          </a:p>
          <a:p>
            <a:pPr>
              <a:buNone/>
            </a:pPr>
            <a:r>
              <a:rPr lang="en-US" dirty="0" smtClean="0"/>
              <a:t>               &lt;action </a:t>
            </a:r>
            <a:r>
              <a:rPr lang="en-US" dirty="0" err="1" smtClean="0"/>
              <a:t>android:name</a:t>
            </a:r>
            <a:r>
              <a:rPr lang="en-US" dirty="0" smtClean="0"/>
              <a:t>="</a:t>
            </a:r>
            <a:r>
              <a:rPr lang="en-US" dirty="0" err="1" smtClean="0"/>
              <a:t>android.intent.action.MAIN</a:t>
            </a:r>
            <a:r>
              <a:rPr lang="en-US" dirty="0" smtClean="0"/>
              <a:t>" /&gt;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&lt;category </a:t>
            </a:r>
            <a:r>
              <a:rPr lang="en-US" dirty="0" err="1" smtClean="0"/>
              <a:t>android:name</a:t>
            </a:r>
            <a:r>
              <a:rPr lang="en-US" dirty="0" smtClean="0"/>
              <a:t>="</a:t>
            </a:r>
            <a:r>
              <a:rPr lang="en-US" dirty="0" err="1" smtClean="0"/>
              <a:t>android.intent.category.LAUNCHER</a:t>
            </a:r>
            <a:r>
              <a:rPr lang="en-US" dirty="0" smtClean="0"/>
              <a:t>" /&gt;</a:t>
            </a:r>
          </a:p>
          <a:p>
            <a:pPr>
              <a:buNone/>
            </a:pPr>
            <a:r>
              <a:rPr lang="en-US" dirty="0" smtClean="0"/>
              <a:t>           &lt;/intent-filter&gt;</a:t>
            </a:r>
          </a:p>
          <a:p>
            <a:pPr>
              <a:buNone/>
            </a:pPr>
            <a:r>
              <a:rPr lang="en-US" dirty="0" smtClean="0"/>
              <a:t>       &lt;/activity&gt;</a:t>
            </a:r>
          </a:p>
          <a:p>
            <a:pPr>
              <a:buNone/>
            </a:pPr>
            <a:r>
              <a:rPr lang="en-US" dirty="0" smtClean="0"/>
              <a:t>       &lt;meta-data</a:t>
            </a:r>
          </a:p>
          <a:p>
            <a:pPr>
              <a:buNone/>
            </a:pPr>
            <a:r>
              <a:rPr lang="en-US" dirty="0" smtClean="0"/>
              <a:t>           </a:t>
            </a:r>
            <a:r>
              <a:rPr lang="en-US" dirty="0" err="1" smtClean="0"/>
              <a:t>android:name</a:t>
            </a:r>
            <a:r>
              <a:rPr lang="en-US" dirty="0" smtClean="0"/>
              <a:t>="</a:t>
            </a:r>
            <a:r>
              <a:rPr lang="en-US" dirty="0" err="1" smtClean="0"/>
              <a:t>preloaded_fonts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   </a:t>
            </a:r>
            <a:r>
              <a:rPr lang="en-US" dirty="0" err="1" smtClean="0"/>
              <a:t>android:resource</a:t>
            </a:r>
            <a:r>
              <a:rPr lang="en-US" dirty="0" smtClean="0"/>
              <a:t>="@array/</a:t>
            </a:r>
            <a:r>
              <a:rPr lang="en-US" dirty="0" err="1" smtClean="0"/>
              <a:t>preloaded_fonts</a:t>
            </a:r>
            <a:r>
              <a:rPr lang="en-US" dirty="0" smtClean="0"/>
              <a:t>" /&gt;</a:t>
            </a:r>
          </a:p>
          <a:p>
            <a:pPr>
              <a:buNone/>
            </a:pPr>
            <a:r>
              <a:rPr lang="en-US" dirty="0" smtClean="0"/>
              <a:t>   &lt;/application&gt;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&lt;/manifest&gt;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Android Application that can be used to send email through your android application. You can do so with the help of 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Implicit Intent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with action as 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ACTION_SEND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with extra fields:</a:t>
            </a:r>
          </a:p>
          <a:p>
            <a:pPr algn="just" fontAlgn="base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email id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to which you want to send mail,</a:t>
            </a:r>
          </a:p>
          <a:p>
            <a:pPr algn="just" fontAlgn="base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the subject of the email,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and</a:t>
            </a:r>
          </a:p>
          <a:p>
            <a:pPr algn="just" fontAlgn="base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body of the email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fontAlgn="base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Basically </a:t>
            </a:r>
            <a:r>
              <a:rPr lang="en-US" sz="1600" b="1" u="sng" dirty="0">
                <a:latin typeface="Times New Roman" pitchFamily="18" charset="0"/>
                <a:cs typeface="Times New Roman" pitchFamily="18" charset="0"/>
                <a:hlinkClick r:id="rId2"/>
              </a:rPr>
              <a:t>Intent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is a simple message object that is used to communicate between 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android components such as activities, content providers, broadcast receivers, and services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here use to send the email.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268931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dirty="0" smtClean="0"/>
              <a:t>&lt;?xml version="1.0" encoding="utf-8"?&gt;</a:t>
            </a:r>
          </a:p>
          <a:p>
            <a:pPr>
              <a:buNone/>
            </a:pPr>
            <a:r>
              <a:rPr lang="en-US" dirty="0" smtClean="0"/>
              <a:t>&lt;</a:t>
            </a:r>
            <a:r>
              <a:rPr lang="en-US" dirty="0" err="1" smtClean="0"/>
              <a:t>RelativeLayout</a:t>
            </a:r>
            <a:r>
              <a:rPr lang="en-US" dirty="0" smtClean="0"/>
              <a:t> </a:t>
            </a:r>
            <a:r>
              <a:rPr lang="en-US" dirty="0" err="1" smtClean="0"/>
              <a:t>xmlns:android</a:t>
            </a:r>
            <a:r>
              <a:rPr lang="en-US" dirty="0" smtClean="0"/>
              <a:t>="http://schemas.android.com/apk/res/android"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xmlns:tools</a:t>
            </a:r>
            <a:r>
              <a:rPr lang="en-US" dirty="0" smtClean="0"/>
              <a:t>="http://schemas.android.com/tools"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android:layout_width</a:t>
            </a:r>
            <a:r>
              <a:rPr lang="en-US" dirty="0" smtClean="0"/>
              <a:t>="</a:t>
            </a:r>
            <a:r>
              <a:rPr lang="en-US" dirty="0" err="1" smtClean="0"/>
              <a:t>match_parent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match_parent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android:background</a:t>
            </a:r>
            <a:r>
              <a:rPr lang="en-US" dirty="0" smtClean="0"/>
              <a:t>="@color/white"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tools:context</a:t>
            </a:r>
            <a:r>
              <a:rPr lang="en-US" dirty="0" smtClean="0"/>
              <a:t>=".</a:t>
            </a:r>
            <a:r>
              <a:rPr lang="en-US" dirty="0" err="1" smtClean="0"/>
              <a:t>MainActivity</a:t>
            </a:r>
            <a:r>
              <a:rPr lang="en-US" dirty="0" smtClean="0"/>
              <a:t>"&gt;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EditText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android:id</a:t>
            </a:r>
            <a:r>
              <a:rPr lang="en-US" dirty="0" smtClean="0"/>
              <a:t>="@+id/editText1"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="200dp"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android:layout_alignParentTop</a:t>
            </a:r>
            <a:r>
              <a:rPr lang="en-US" dirty="0" smtClean="0"/>
              <a:t>="true"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android:layout_alignParentEnd</a:t>
            </a:r>
            <a:r>
              <a:rPr lang="en-US" dirty="0" smtClean="0"/>
              <a:t>="true"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android:layout_marginTop</a:t>
            </a:r>
            <a:r>
              <a:rPr lang="en-US" dirty="0" smtClean="0"/>
              <a:t>="100dp"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android:layout_marginEnd</a:t>
            </a:r>
            <a:r>
              <a:rPr lang="en-US" dirty="0" smtClean="0"/>
              <a:t>="22dp" /&gt;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EditText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android:id</a:t>
            </a:r>
            <a:r>
              <a:rPr lang="en-US" dirty="0" smtClean="0"/>
              <a:t>="@+id/editText2"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="200dp"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android:layout_below</a:t>
            </a:r>
            <a:r>
              <a:rPr lang="en-US" dirty="0" smtClean="0"/>
              <a:t>="@+id/editText1"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android:layout_alignStart</a:t>
            </a:r>
            <a:r>
              <a:rPr lang="en-US" dirty="0" smtClean="0"/>
              <a:t>="@+id/editText1"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android:layout_marginTop</a:t>
            </a:r>
            <a:r>
              <a:rPr lang="en-US" dirty="0" smtClean="0"/>
              <a:t>="20dp" /&gt;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&lt;</a:t>
            </a:r>
            <a:r>
              <a:rPr lang="en-US" dirty="0" err="1" smtClean="0"/>
              <a:t>EditText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android:id</a:t>
            </a:r>
            <a:r>
              <a:rPr lang="en-US" dirty="0" smtClean="0"/>
              <a:t>="@+id/editText3"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android:layout_width</a:t>
            </a:r>
            <a:r>
              <a:rPr lang="en-US" dirty="0" smtClean="0"/>
              <a:t>="200dp"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android:layout_height</a:t>
            </a:r>
            <a:r>
              <a:rPr lang="en-US" dirty="0" smtClean="0"/>
              <a:t>="</a:t>
            </a:r>
            <a:r>
              <a:rPr lang="en-US" dirty="0" err="1" smtClean="0"/>
              <a:t>wrap_content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android:layout_below</a:t>
            </a:r>
            <a:r>
              <a:rPr lang="en-US" dirty="0" smtClean="0"/>
              <a:t>="@+id/editText2"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android:layout_alignStart</a:t>
            </a:r>
            <a:r>
              <a:rPr lang="en-US" dirty="0" smtClean="0"/>
              <a:t>="@+id/editText2"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android:layout_marginTop</a:t>
            </a:r>
            <a:r>
              <a:rPr lang="en-US" dirty="0" smtClean="0"/>
              <a:t>="30dp" /&gt;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43372" y="1214422"/>
            <a:ext cx="4572000" cy="54938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900" dirty="0" smtClean="0"/>
              <a:t>&lt;</a:t>
            </a:r>
            <a:r>
              <a:rPr lang="en-US" sz="900" dirty="0" err="1" smtClean="0"/>
              <a:t>TextView</a:t>
            </a: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android:id</a:t>
            </a:r>
            <a:r>
              <a:rPr lang="en-US" sz="900" dirty="0" smtClean="0"/>
              <a:t>="@+id/textView1"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android:layout_width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android:layout_height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android:padding</a:t>
            </a:r>
            <a:r>
              <a:rPr lang="en-US" sz="900" dirty="0" smtClean="0"/>
              <a:t>="16dp"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android:textSize</a:t>
            </a:r>
            <a:r>
              <a:rPr lang="en-US" sz="900" dirty="0" smtClean="0"/>
              <a:t>="18sp"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android:textStyle</a:t>
            </a:r>
            <a:r>
              <a:rPr lang="en-US" sz="900" dirty="0" smtClean="0"/>
              <a:t>="bold"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android:layout_alignBaseline</a:t>
            </a:r>
            <a:r>
              <a:rPr lang="en-US" sz="900" dirty="0" smtClean="0"/>
              <a:t>="@+id/editText1"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android:layout_alignBottom</a:t>
            </a:r>
            <a:r>
              <a:rPr lang="en-US" sz="900" dirty="0" smtClean="0"/>
              <a:t>="@+id/editText1"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android:layout_alignParentStart</a:t>
            </a:r>
            <a:r>
              <a:rPr lang="en-US" sz="900" dirty="0" smtClean="0"/>
              <a:t>="true"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</a:t>
            </a:r>
            <a:r>
              <a:rPr lang="en-US" sz="900" dirty="0" smtClean="0"/>
              <a:t>="Send To:"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android:textColor</a:t>
            </a:r>
            <a:r>
              <a:rPr lang="en-US" sz="900" dirty="0" smtClean="0"/>
              <a:t>="@color/green" /&gt;</a:t>
            </a:r>
          </a:p>
          <a:p>
            <a:pPr>
              <a:buNone/>
            </a:pP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&lt;</a:t>
            </a:r>
            <a:r>
              <a:rPr lang="en-US" sz="900" dirty="0" err="1" smtClean="0"/>
              <a:t>TextView</a:t>
            </a: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android:id</a:t>
            </a:r>
            <a:r>
              <a:rPr lang="en-US" sz="900" dirty="0" smtClean="0"/>
              <a:t>="@+id/textView2"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android:layout_width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android:layout_height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android:padding</a:t>
            </a:r>
            <a:r>
              <a:rPr lang="en-US" sz="900" dirty="0" smtClean="0"/>
              <a:t>="16dp"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android:textSize</a:t>
            </a:r>
            <a:r>
              <a:rPr lang="en-US" sz="900" dirty="0" smtClean="0"/>
              <a:t>="18sp"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android:textStyle</a:t>
            </a:r>
            <a:r>
              <a:rPr lang="en-US" sz="900" dirty="0" smtClean="0"/>
              <a:t>="bold"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android:layout_alignBaseline</a:t>
            </a:r>
            <a:r>
              <a:rPr lang="en-US" sz="900" dirty="0" smtClean="0"/>
              <a:t>="@+id/editText2"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android:layout_alignBottom</a:t>
            </a:r>
            <a:r>
              <a:rPr lang="en-US" sz="900" dirty="0" smtClean="0"/>
              <a:t>="@+id/editText2"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android:layout_alignParentStart</a:t>
            </a:r>
            <a:r>
              <a:rPr lang="en-US" sz="900" dirty="0" smtClean="0"/>
              <a:t>="true"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</a:t>
            </a:r>
            <a:r>
              <a:rPr lang="en-US" sz="900" dirty="0" smtClean="0"/>
              <a:t>="Email Subject:"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android:textColor</a:t>
            </a:r>
            <a:r>
              <a:rPr lang="en-US" sz="900" dirty="0" smtClean="0"/>
              <a:t>="@color/green" /&gt;</a:t>
            </a:r>
          </a:p>
          <a:p>
            <a:pPr>
              <a:buNone/>
            </a:pP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&lt;</a:t>
            </a:r>
            <a:r>
              <a:rPr lang="en-US" sz="900" dirty="0" err="1" smtClean="0"/>
              <a:t>TextView</a:t>
            </a: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android:id</a:t>
            </a:r>
            <a:r>
              <a:rPr lang="en-US" sz="900" dirty="0" smtClean="0"/>
              <a:t>="@+id/textView3"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android:layout_width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android:layout_height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android:padding</a:t>
            </a:r>
            <a:r>
              <a:rPr lang="en-US" sz="900" dirty="0" smtClean="0"/>
              <a:t>="16dp"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android:textSize</a:t>
            </a:r>
            <a:r>
              <a:rPr lang="en-US" sz="900" dirty="0" smtClean="0"/>
              <a:t>="18sp"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android:textStyle</a:t>
            </a:r>
            <a:r>
              <a:rPr lang="en-US" sz="900" dirty="0" smtClean="0"/>
              <a:t>="bold"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android:layout_alignBaseline</a:t>
            </a:r>
            <a:r>
              <a:rPr lang="en-US" sz="900" dirty="0" smtClean="0"/>
              <a:t>="@+id/editText3"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android:layout_alignBottom</a:t>
            </a:r>
            <a:r>
              <a:rPr lang="en-US" sz="900" dirty="0" smtClean="0"/>
              <a:t>="@+id/editText3"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</a:t>
            </a:r>
            <a:r>
              <a:rPr lang="en-US" sz="900" dirty="0" smtClean="0"/>
              <a:t>="Email Body:"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android:textColor</a:t>
            </a:r>
            <a:r>
              <a:rPr lang="en-US" sz="900" dirty="0" smtClean="0"/>
              <a:t>="@color/green" /&gt;</a:t>
            </a:r>
          </a:p>
          <a:p>
            <a:pPr>
              <a:buNone/>
            </a:pPr>
            <a:endParaRPr lang="en-US" sz="900" dirty="0" smtClean="0"/>
          </a:p>
          <a:p>
            <a:pPr>
              <a:buNone/>
            </a:pPr>
            <a:r>
              <a:rPr lang="en-US" sz="900" dirty="0" smtClean="0"/>
              <a:t>&gt;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6429388" y="1428736"/>
            <a:ext cx="250033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 smtClean="0"/>
              <a:t>&lt;Button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android:id</a:t>
            </a:r>
            <a:r>
              <a:rPr lang="en-US" sz="900" dirty="0" smtClean="0"/>
              <a:t>="@+id/button"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android:layout_width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android:layout_height</a:t>
            </a:r>
            <a:r>
              <a:rPr lang="en-US" sz="900" dirty="0" smtClean="0"/>
              <a:t>="</a:t>
            </a:r>
            <a:r>
              <a:rPr lang="en-US" sz="900" dirty="0" err="1" smtClean="0"/>
              <a:t>wrap_content</a:t>
            </a:r>
            <a:r>
              <a:rPr lang="en-US" sz="900" dirty="0" smtClean="0"/>
              <a:t>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android:layout_below</a:t>
            </a:r>
            <a:r>
              <a:rPr lang="en-US" sz="900" dirty="0" smtClean="0"/>
              <a:t>="@+id/editText3"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android:layout_centerHorizontal</a:t>
            </a:r>
            <a:r>
              <a:rPr lang="en-US" sz="900" dirty="0" smtClean="0"/>
              <a:t>="true"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android:textSize</a:t>
            </a:r>
            <a:r>
              <a:rPr lang="en-US" sz="900" dirty="0" smtClean="0"/>
              <a:t>="24sp"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android:layout_marginTop</a:t>
            </a:r>
            <a:r>
              <a:rPr lang="en-US" sz="900" dirty="0" smtClean="0"/>
              <a:t>="20dp"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android:backgroundTint</a:t>
            </a:r>
            <a:r>
              <a:rPr lang="en-US" sz="900" dirty="0" smtClean="0"/>
              <a:t>="@color/green"</a:t>
            </a:r>
          </a:p>
          <a:p>
            <a:pPr>
              <a:buNone/>
            </a:pPr>
            <a:r>
              <a:rPr lang="en-US" sz="900" dirty="0" smtClean="0"/>
              <a:t>        </a:t>
            </a:r>
            <a:r>
              <a:rPr lang="en-US" sz="900" dirty="0" err="1" smtClean="0"/>
              <a:t>android:text</a:t>
            </a:r>
            <a:r>
              <a:rPr lang="en-US" sz="900" dirty="0" smtClean="0"/>
              <a:t>="Send email!!" /&gt;</a:t>
            </a:r>
          </a:p>
          <a:p>
            <a:pPr>
              <a:buNone/>
            </a:pPr>
            <a:r>
              <a:rPr lang="en-US" sz="900" dirty="0" smtClean="0"/>
              <a:t>&lt;/</a:t>
            </a:r>
            <a:r>
              <a:rPr lang="en-US" sz="900" dirty="0" err="1" smtClean="0"/>
              <a:t>RelativeLayout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dirty="0" smtClean="0"/>
              <a:t>package </a:t>
            </a:r>
            <a:r>
              <a:rPr lang="en-US" dirty="0" err="1" smtClean="0"/>
              <a:t>org.geeksforgeeks.demo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android.content.Intent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android.os.Bundle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android.view.View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android.widget.Button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android.widget.EditText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androidx.appcompat.app.AppCompatActivity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public class </a:t>
            </a:r>
            <a:r>
              <a:rPr lang="en-US" dirty="0" err="1" smtClean="0"/>
              <a:t>MainActivity</a:t>
            </a:r>
            <a:r>
              <a:rPr lang="en-US" dirty="0" smtClean="0"/>
              <a:t> extends </a:t>
            </a:r>
            <a:r>
              <a:rPr lang="en-US" dirty="0" err="1" smtClean="0"/>
              <a:t>AppCompatActivity</a:t>
            </a:r>
            <a:r>
              <a:rPr lang="en-US" dirty="0" smtClean="0"/>
              <a:t> {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// Declare </a:t>
            </a:r>
            <a:r>
              <a:rPr lang="en-US" dirty="0" err="1" smtClean="0"/>
              <a:t>EditText</a:t>
            </a:r>
            <a:r>
              <a:rPr lang="en-US" dirty="0" smtClean="0"/>
              <a:t> and Button objects</a:t>
            </a:r>
          </a:p>
          <a:p>
            <a:pPr>
              <a:buNone/>
            </a:pPr>
            <a:r>
              <a:rPr lang="en-US" dirty="0" smtClean="0"/>
              <a:t>    private Button </a:t>
            </a:r>
            <a:r>
              <a:rPr lang="en-US" dirty="0" err="1" smtClean="0"/>
              <a:t>button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private </a:t>
            </a:r>
            <a:r>
              <a:rPr lang="en-US" dirty="0" err="1" smtClean="0"/>
              <a:t>EditText</a:t>
            </a:r>
            <a:r>
              <a:rPr lang="en-US" dirty="0" smtClean="0"/>
              <a:t> </a:t>
            </a:r>
            <a:r>
              <a:rPr lang="en-US" dirty="0" err="1" smtClean="0"/>
              <a:t>sendTo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    private </a:t>
            </a:r>
            <a:r>
              <a:rPr lang="en-US" dirty="0" err="1" smtClean="0"/>
              <a:t>EditText</a:t>
            </a:r>
            <a:r>
              <a:rPr lang="en-US" dirty="0" smtClean="0"/>
              <a:t> subject;</a:t>
            </a:r>
          </a:p>
          <a:p>
            <a:pPr>
              <a:buNone/>
            </a:pPr>
            <a:r>
              <a:rPr lang="en-US" dirty="0" smtClean="0"/>
              <a:t>    private </a:t>
            </a:r>
            <a:r>
              <a:rPr lang="en-US" dirty="0" err="1" smtClean="0"/>
              <a:t>EditText</a:t>
            </a:r>
            <a:r>
              <a:rPr lang="en-US" dirty="0" smtClean="0"/>
              <a:t> body;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@Override</a:t>
            </a:r>
          </a:p>
          <a:p>
            <a:pPr>
              <a:buNone/>
            </a:pPr>
            <a:r>
              <a:rPr lang="en-US" dirty="0" smtClean="0"/>
              <a:t>    protected void </a:t>
            </a:r>
            <a:r>
              <a:rPr lang="en-US" dirty="0" err="1" smtClean="0"/>
              <a:t>onCreate</a:t>
            </a:r>
            <a:r>
              <a:rPr lang="en-US" dirty="0" smtClean="0"/>
              <a:t>(Bundle </a:t>
            </a:r>
            <a:r>
              <a:rPr lang="en-US" dirty="0" err="1" smtClean="0"/>
              <a:t>savedInstanceState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super.onCreate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setContentView</a:t>
            </a:r>
            <a:r>
              <a:rPr lang="en-US" dirty="0" smtClean="0"/>
              <a:t>(</a:t>
            </a:r>
            <a:r>
              <a:rPr lang="en-US" dirty="0" err="1" smtClean="0"/>
              <a:t>R.layout.activity_main</a:t>
            </a:r>
            <a:r>
              <a:rPr lang="en-US" dirty="0" smtClean="0"/>
              <a:t>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// Initialize </a:t>
            </a:r>
            <a:r>
              <a:rPr lang="en-US" dirty="0" err="1" smtClean="0"/>
              <a:t>EditText</a:t>
            </a:r>
            <a:r>
              <a:rPr lang="en-US" dirty="0" smtClean="0"/>
              <a:t> and Button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sendTo</a:t>
            </a:r>
            <a:r>
              <a:rPr lang="en-US" dirty="0" smtClean="0"/>
              <a:t> = </a:t>
            </a:r>
            <a:r>
              <a:rPr lang="en-US" dirty="0" err="1" smtClean="0"/>
              <a:t>findViewById</a:t>
            </a:r>
            <a:r>
              <a:rPr lang="en-US" dirty="0" smtClean="0"/>
              <a:t>(R.id.editText1);</a:t>
            </a:r>
          </a:p>
          <a:p>
            <a:pPr>
              <a:buNone/>
            </a:pPr>
            <a:r>
              <a:rPr lang="en-US" dirty="0" smtClean="0"/>
              <a:t>        subject = </a:t>
            </a:r>
            <a:r>
              <a:rPr lang="en-US" dirty="0" err="1" smtClean="0"/>
              <a:t>findViewById</a:t>
            </a:r>
            <a:r>
              <a:rPr lang="en-US" dirty="0" smtClean="0"/>
              <a:t>(R.id.editText2);</a:t>
            </a:r>
          </a:p>
          <a:p>
            <a:pPr>
              <a:buNone/>
            </a:pPr>
            <a:r>
              <a:rPr lang="en-US" dirty="0" smtClean="0"/>
              <a:t>        body = </a:t>
            </a:r>
            <a:r>
              <a:rPr lang="en-US" dirty="0" err="1" smtClean="0"/>
              <a:t>findViewById</a:t>
            </a:r>
            <a:r>
              <a:rPr lang="en-US" dirty="0" smtClean="0"/>
              <a:t>(R.id.editText3);</a:t>
            </a:r>
          </a:p>
          <a:p>
            <a:pPr>
              <a:buNone/>
            </a:pPr>
            <a:r>
              <a:rPr lang="en-US" dirty="0" smtClean="0"/>
              <a:t>        button = </a:t>
            </a:r>
            <a:r>
              <a:rPr lang="en-US" dirty="0" err="1" smtClean="0"/>
              <a:t>findViewById</a:t>
            </a:r>
            <a:r>
              <a:rPr lang="en-US" dirty="0" smtClean="0"/>
              <a:t>(</a:t>
            </a:r>
            <a:r>
              <a:rPr lang="en-US" dirty="0" err="1" smtClean="0"/>
              <a:t>R.id.button</a:t>
            </a:r>
            <a:r>
              <a:rPr lang="en-US" dirty="0" smtClean="0"/>
              <a:t>);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4286248" y="1571612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sz="1200" dirty="0" smtClean="0"/>
              <a:t> // Set </a:t>
            </a:r>
            <a:r>
              <a:rPr lang="en-US" sz="1200" dirty="0" err="1" smtClean="0"/>
              <a:t>OnClickListener</a:t>
            </a:r>
            <a:r>
              <a:rPr lang="en-US" sz="1200" dirty="0" smtClean="0"/>
              <a:t> for the button</a:t>
            </a:r>
          </a:p>
          <a:p>
            <a:pPr>
              <a:buNone/>
            </a:pPr>
            <a:r>
              <a:rPr lang="en-US" sz="1200" dirty="0" smtClean="0"/>
              <a:t>        </a:t>
            </a:r>
            <a:r>
              <a:rPr lang="en-US" sz="1200" dirty="0" err="1" smtClean="0"/>
              <a:t>button.setOnClickListener</a:t>
            </a:r>
            <a:r>
              <a:rPr lang="en-US" sz="1200" dirty="0" smtClean="0"/>
              <a:t>(new </a:t>
            </a:r>
            <a:r>
              <a:rPr lang="en-US" sz="1200" dirty="0" err="1" smtClean="0"/>
              <a:t>View.OnClickListener</a:t>
            </a:r>
            <a:r>
              <a:rPr lang="en-US" sz="1200" dirty="0" smtClean="0"/>
              <a:t>() {</a:t>
            </a:r>
          </a:p>
          <a:p>
            <a:pPr>
              <a:buNone/>
            </a:pPr>
            <a:r>
              <a:rPr lang="en-US" sz="1200" dirty="0" smtClean="0"/>
              <a:t>            @Override</a:t>
            </a:r>
          </a:p>
          <a:p>
            <a:pPr>
              <a:buNone/>
            </a:pPr>
            <a:r>
              <a:rPr lang="en-US" sz="1200" dirty="0" smtClean="0"/>
              <a:t>            public void </a:t>
            </a:r>
            <a:r>
              <a:rPr lang="en-US" sz="1200" dirty="0" err="1" smtClean="0"/>
              <a:t>onClick</a:t>
            </a:r>
            <a:r>
              <a:rPr lang="en-US" sz="1200" dirty="0" smtClean="0"/>
              <a:t>(View v) {</a:t>
            </a:r>
          </a:p>
          <a:p>
            <a:pPr>
              <a:buNone/>
            </a:pPr>
            <a:r>
              <a:rPr lang="en-US" sz="1200" dirty="0" smtClean="0"/>
              <a:t>                String </a:t>
            </a:r>
            <a:r>
              <a:rPr lang="en-US" sz="1200" dirty="0" err="1" smtClean="0"/>
              <a:t>emailSend</a:t>
            </a:r>
            <a:r>
              <a:rPr lang="en-US" sz="1200" dirty="0" smtClean="0"/>
              <a:t> = </a:t>
            </a:r>
            <a:r>
              <a:rPr lang="en-US" sz="1200" dirty="0" err="1" smtClean="0"/>
              <a:t>sendTo.getText</a:t>
            </a:r>
            <a:r>
              <a:rPr lang="en-US" sz="1200" dirty="0" smtClean="0"/>
              <a:t>().</a:t>
            </a:r>
            <a:r>
              <a:rPr lang="en-US" sz="1200" dirty="0" err="1" smtClean="0"/>
              <a:t>toString</a:t>
            </a:r>
            <a:r>
              <a:rPr lang="en-US" sz="1200" dirty="0" smtClean="0"/>
              <a:t>();</a:t>
            </a:r>
          </a:p>
          <a:p>
            <a:pPr>
              <a:buNone/>
            </a:pPr>
            <a:r>
              <a:rPr lang="en-US" sz="1200" dirty="0" smtClean="0"/>
              <a:t>                String </a:t>
            </a:r>
            <a:r>
              <a:rPr lang="en-US" sz="1200" dirty="0" err="1" smtClean="0"/>
              <a:t>emailSubject</a:t>
            </a:r>
            <a:r>
              <a:rPr lang="en-US" sz="1200" dirty="0" smtClean="0"/>
              <a:t> = </a:t>
            </a:r>
            <a:r>
              <a:rPr lang="en-US" sz="1200" dirty="0" err="1" smtClean="0"/>
              <a:t>subject.getText</a:t>
            </a:r>
            <a:r>
              <a:rPr lang="en-US" sz="1200" dirty="0" smtClean="0"/>
              <a:t>().</a:t>
            </a:r>
            <a:r>
              <a:rPr lang="en-US" sz="1200" dirty="0" err="1" smtClean="0"/>
              <a:t>toString</a:t>
            </a:r>
            <a:r>
              <a:rPr lang="en-US" sz="1200" dirty="0" smtClean="0"/>
              <a:t>();</a:t>
            </a:r>
          </a:p>
          <a:p>
            <a:pPr>
              <a:buNone/>
            </a:pPr>
            <a:r>
              <a:rPr lang="en-US" sz="1200" dirty="0" smtClean="0"/>
              <a:t>                String </a:t>
            </a:r>
            <a:r>
              <a:rPr lang="en-US" sz="1200" dirty="0" err="1" smtClean="0"/>
              <a:t>emailBody</a:t>
            </a:r>
            <a:r>
              <a:rPr lang="en-US" sz="1200" dirty="0" smtClean="0"/>
              <a:t> = </a:t>
            </a:r>
            <a:r>
              <a:rPr lang="en-US" sz="1200" dirty="0" err="1" smtClean="0"/>
              <a:t>body.getText</a:t>
            </a:r>
            <a:r>
              <a:rPr lang="en-US" sz="1200" dirty="0" smtClean="0"/>
              <a:t>().</a:t>
            </a:r>
            <a:r>
              <a:rPr lang="en-US" sz="1200" dirty="0" err="1" smtClean="0"/>
              <a:t>toString</a:t>
            </a:r>
            <a:r>
              <a:rPr lang="en-US" sz="1200" dirty="0" smtClean="0"/>
              <a:t>();</a:t>
            </a:r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        // Define Intent object with action attribute as ACTION_SEND</a:t>
            </a:r>
          </a:p>
          <a:p>
            <a:pPr>
              <a:buNone/>
            </a:pPr>
            <a:r>
              <a:rPr lang="en-US" sz="1200" dirty="0" smtClean="0"/>
              <a:t>                Intent </a:t>
            </a:r>
            <a:r>
              <a:rPr lang="en-US" sz="1200" dirty="0" err="1" smtClean="0"/>
              <a:t>intent</a:t>
            </a:r>
            <a:r>
              <a:rPr lang="en-US" sz="1200" dirty="0" smtClean="0"/>
              <a:t> = new Intent(</a:t>
            </a:r>
            <a:r>
              <a:rPr lang="en-US" sz="1200" dirty="0" err="1" smtClean="0"/>
              <a:t>Intent.ACTION_SEND</a:t>
            </a:r>
            <a:r>
              <a:rPr lang="en-US" sz="1200" dirty="0" smtClean="0"/>
              <a:t>);</a:t>
            </a:r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        // Add email details using </a:t>
            </a:r>
            <a:r>
              <a:rPr lang="en-US" sz="1200" dirty="0" err="1" smtClean="0"/>
              <a:t>putExtra</a:t>
            </a: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        </a:t>
            </a:r>
            <a:r>
              <a:rPr lang="en-US" sz="1200" dirty="0" err="1" smtClean="0"/>
              <a:t>intent.putExtra</a:t>
            </a:r>
            <a:r>
              <a:rPr lang="en-US" sz="1200" dirty="0" smtClean="0"/>
              <a:t>(</a:t>
            </a:r>
            <a:r>
              <a:rPr lang="en-US" sz="1200" dirty="0" err="1" smtClean="0"/>
              <a:t>Intent.EXTRA_EMAIL</a:t>
            </a:r>
            <a:r>
              <a:rPr lang="en-US" sz="1200" dirty="0" smtClean="0"/>
              <a:t>, new String[]{</a:t>
            </a:r>
            <a:r>
              <a:rPr lang="en-US" sz="1200" dirty="0" err="1" smtClean="0"/>
              <a:t>emailSend</a:t>
            </a:r>
            <a:r>
              <a:rPr lang="en-US" sz="1200" dirty="0" smtClean="0"/>
              <a:t>});</a:t>
            </a:r>
          </a:p>
          <a:p>
            <a:pPr>
              <a:buNone/>
            </a:pPr>
            <a:r>
              <a:rPr lang="en-US" sz="1200" dirty="0" smtClean="0"/>
              <a:t>                </a:t>
            </a:r>
            <a:r>
              <a:rPr lang="en-US" sz="1200" dirty="0" err="1" smtClean="0"/>
              <a:t>intent.putExtra</a:t>
            </a:r>
            <a:r>
              <a:rPr lang="en-US" sz="1200" dirty="0" smtClean="0"/>
              <a:t>(</a:t>
            </a:r>
            <a:r>
              <a:rPr lang="en-US" sz="1200" dirty="0" err="1" smtClean="0"/>
              <a:t>Intent.EXTRA_SUBJECT</a:t>
            </a:r>
            <a:r>
              <a:rPr lang="en-US" sz="1200" dirty="0" smtClean="0"/>
              <a:t>, </a:t>
            </a:r>
            <a:r>
              <a:rPr lang="en-US" sz="1200" dirty="0" err="1" smtClean="0"/>
              <a:t>emailSubject</a:t>
            </a:r>
            <a:r>
              <a:rPr lang="en-US" sz="1200" dirty="0" smtClean="0"/>
              <a:t>);</a:t>
            </a:r>
          </a:p>
          <a:p>
            <a:pPr>
              <a:buNone/>
            </a:pPr>
            <a:r>
              <a:rPr lang="en-US" sz="1200" dirty="0" smtClean="0"/>
              <a:t>                </a:t>
            </a:r>
            <a:r>
              <a:rPr lang="en-US" sz="1200" dirty="0" err="1" smtClean="0"/>
              <a:t>intent.putExtra</a:t>
            </a:r>
            <a:r>
              <a:rPr lang="en-US" sz="1200" dirty="0" smtClean="0"/>
              <a:t>(</a:t>
            </a:r>
            <a:r>
              <a:rPr lang="en-US" sz="1200" dirty="0" err="1" smtClean="0"/>
              <a:t>Intent.EXTRA_TEXT</a:t>
            </a:r>
            <a:r>
              <a:rPr lang="en-US" sz="1200" dirty="0" smtClean="0"/>
              <a:t>, </a:t>
            </a:r>
            <a:r>
              <a:rPr lang="en-US" sz="1200" dirty="0" err="1" smtClean="0"/>
              <a:t>emailBody</a:t>
            </a:r>
            <a:r>
              <a:rPr lang="en-US" sz="1200" dirty="0" smtClean="0"/>
              <a:t>);</a:t>
            </a:r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        // Set the type of intent</a:t>
            </a:r>
          </a:p>
          <a:p>
            <a:pPr>
              <a:buNone/>
            </a:pPr>
            <a:r>
              <a:rPr lang="en-US" sz="1200" dirty="0" smtClean="0"/>
              <a:t>                </a:t>
            </a:r>
            <a:r>
              <a:rPr lang="en-US" sz="1200" dirty="0" err="1" smtClean="0"/>
              <a:t>intent.setType</a:t>
            </a:r>
            <a:r>
              <a:rPr lang="en-US" sz="1200" dirty="0" smtClean="0"/>
              <a:t>("message/rfc822");</a:t>
            </a:r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r>
              <a:rPr lang="en-US" sz="1200" dirty="0" smtClean="0"/>
              <a:t>                // Start the activity with a chooser for email clients</a:t>
            </a:r>
          </a:p>
          <a:p>
            <a:pPr>
              <a:buNone/>
            </a:pPr>
            <a:r>
              <a:rPr lang="en-US" sz="1200" dirty="0" smtClean="0"/>
              <a:t>                </a:t>
            </a:r>
            <a:r>
              <a:rPr lang="en-US" sz="1200" dirty="0" err="1" smtClean="0"/>
              <a:t>startActivity</a:t>
            </a:r>
            <a:r>
              <a:rPr lang="en-US" sz="1200" dirty="0" smtClean="0"/>
              <a:t>(</a:t>
            </a:r>
            <a:r>
              <a:rPr lang="en-US" sz="1200" dirty="0" err="1" smtClean="0"/>
              <a:t>Intent.createChooser</a:t>
            </a:r>
            <a:r>
              <a:rPr lang="en-US" sz="1200" dirty="0" smtClean="0"/>
              <a:t>(intent, "Choose an Email client :"));</a:t>
            </a:r>
          </a:p>
          <a:p>
            <a:pPr>
              <a:buNone/>
            </a:pPr>
            <a:r>
              <a:rPr lang="en-US" sz="1200" dirty="0" smtClean="0"/>
              <a:t>            }</a:t>
            </a:r>
          </a:p>
          <a:p>
            <a:pPr>
              <a:buNone/>
            </a:pPr>
            <a:r>
              <a:rPr lang="en-US" sz="1200" dirty="0" smtClean="0"/>
              <a:t>        });</a:t>
            </a:r>
          </a:p>
          <a:p>
            <a:pPr>
              <a:buNone/>
            </a:pPr>
            <a:r>
              <a:rPr lang="en-US" sz="1200" dirty="0" smtClean="0"/>
              <a:t>    }</a:t>
            </a:r>
          </a:p>
          <a:p>
            <a:pPr>
              <a:buNone/>
            </a:pPr>
            <a:r>
              <a:rPr lang="en-US" sz="1200" dirty="0" smtClean="0"/>
              <a:t>}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186766" cy="868346"/>
          </a:xfrm>
        </p:spPr>
        <p:txBody>
          <a:bodyPr/>
          <a:lstStyle/>
          <a:p>
            <a:r>
              <a:rPr lang="en-US" b="1" dirty="0" smtClean="0"/>
              <a:t>Location-based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Location-based services are present in android  to provide you with feature like  current location  detection , display near by places etc.</a:t>
            </a:r>
          </a:p>
          <a:p>
            <a:pPr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So, location based service is the feature that android that provides us using the location frame work. This Framework  provides us certain classes and interfaces , which are the key components.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These components make it easier for us to implement the location feature  in our application.</a:t>
            </a:r>
          </a:p>
          <a:p>
            <a:pPr algn="just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Component of location based  services in android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 err="1" smtClean="0"/>
              <a:t>LocationManager</a:t>
            </a:r>
            <a:r>
              <a:rPr lang="en-US" b="1" dirty="0" smtClean="0"/>
              <a:t> Class- </a:t>
            </a:r>
            <a:r>
              <a:rPr lang="en-US" dirty="0" smtClean="0"/>
              <a:t>It Helps to get location services of the system.</a:t>
            </a:r>
          </a:p>
          <a:p>
            <a:pPr marL="514350" indent="-514350">
              <a:buAutoNum type="arabicPeriod"/>
            </a:pPr>
            <a:r>
              <a:rPr lang="en-US" dirty="0" err="1" smtClean="0"/>
              <a:t>LocationListner</a:t>
            </a:r>
            <a:r>
              <a:rPr lang="en-US" dirty="0" smtClean="0"/>
              <a:t> interface- It receives notifications from the manager.</a:t>
            </a:r>
          </a:p>
          <a:p>
            <a:pPr marL="514350" indent="-514350">
              <a:buAutoNum type="arabicPeriod"/>
            </a:pPr>
            <a:r>
              <a:rPr lang="en-US" dirty="0" err="1" smtClean="0"/>
              <a:t>LocationProvider</a:t>
            </a:r>
            <a:r>
              <a:rPr lang="en-US" dirty="0" smtClean="0"/>
              <a:t>- devices provides a location from a set of providers </a:t>
            </a:r>
          </a:p>
          <a:p>
            <a:pPr marL="514350" indent="-514350">
              <a:buAutoNum type="arabicPeriod"/>
            </a:pPr>
            <a:r>
              <a:rPr lang="en-US" dirty="0" smtClean="0"/>
              <a:t>Location class – it represent the geographical location at a particular time.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Location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The location object store the geographical location of the device in term of longitude,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latuitude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, altitude, velocity, etc.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Service Provider: 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there are two service provider for accessing the location information.</a:t>
            </a:r>
          </a:p>
          <a:p>
            <a:pPr algn="just">
              <a:lnSpc>
                <a:spcPct val="200000"/>
              </a:lnSpc>
            </a:pP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GPS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provider, Use information provided by satellites  to identify location</a:t>
            </a:r>
          </a:p>
          <a:p>
            <a:pPr algn="just">
              <a:lnSpc>
                <a:spcPct val="200000"/>
              </a:lnSpc>
            </a:pPr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Cell(Network provider)or WIFI- 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use cell tower information or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hostspots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 to approximate the location. The provider retrieves an approximate location by querying the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googlelocation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server using the IDs of the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hostspot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 and cell tower.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vs. GPS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Network location provider is comparatively faster than  the GPS provider in providing the location  co-ordinates 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GPS provider may be very slow  in in-door locations and will drain  mobile battery.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Network location provider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depands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on the cell tower and will return our nearest  tower location. Location accuracy in b/w 100m-1000m.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GPS location provider , will give our location accurately. It provides location updates through satellites.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get location in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sz="1400" b="1" u="sng" dirty="0" err="1" smtClean="0">
                <a:latin typeface="Times New Roman" pitchFamily="18" charset="0"/>
                <a:cs typeface="Times New Roman" pitchFamily="18" charset="0"/>
              </a:rPr>
              <a:t>LocationManager</a:t>
            </a:r>
            <a:r>
              <a:rPr lang="en-US" sz="1400" b="1" u="sng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instance as reference to the location services </a:t>
            </a:r>
          </a:p>
          <a:p>
            <a:pPr marL="514350" indent="-514350">
              <a:buNone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LocationManager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LM=(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LocationManager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getSystemService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Context.LOCATION_SERVICE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2. Identify the Location provider  to used to retrieving details . The location provider actually provides the location data in android .</a:t>
            </a:r>
          </a:p>
          <a:p>
            <a:pPr marL="514350" indent="-51435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Android exposes two main  location providers: GPS_PROVIDER and NETWORK_PROVIDER</a:t>
            </a:r>
          </a:p>
          <a:p>
            <a:pPr marL="514350" indent="-514350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String  provider =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LocationManager.GPS_PROVIDER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marL="514350" indent="-51435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String provider=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LocationManager.NETWORK_PROVODER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3. Provide Permission in Manifest.XML file  for receiving location update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b="1" dirty="0" smtClean="0"/>
              <a:t>Displaying Google Maps:</a:t>
            </a:r>
          </a:p>
          <a:p>
            <a:pPr algn="just">
              <a:buNone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integrate Google Maps into an application, developers typically utilize the Google Maps Platform APIs, such as the Maps SDK for Android 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or the Maps JavaScript API for web applications. This involves:</a:t>
            </a:r>
          </a:p>
          <a:p>
            <a:pPr algn="just">
              <a:lnSpc>
                <a:spcPct val="20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Obtaining an API key</a:t>
            </a:r>
          </a:p>
          <a:p>
            <a:pPr algn="just">
              <a:lnSpc>
                <a:spcPct val="20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Setting up the environment</a:t>
            </a:r>
          </a:p>
          <a:p>
            <a:pPr algn="just">
              <a:lnSpc>
                <a:spcPct val="20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Integrating the map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A Google Maps API key is required and obtained through the Google Cloud 	Console.</a:t>
            </a:r>
          </a:p>
          <a:p>
            <a:pPr algn="just">
              <a:buFont typeface="Wingdings" pitchFamily="2" charset="2"/>
              <a:buChar char="v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The API key is configured within the application's project, often in the 	manifest file for mobile apps or within a script tag for web applications.</a:t>
            </a:r>
          </a:p>
          <a:p>
            <a:pPr algn="just">
              <a:buFont typeface="Wingdings" pitchFamily="2" charset="2"/>
              <a:buChar char="v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v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A map view or component is added to the application's user interface, and the 	API is used to initialize and display the map.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UNIT-5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Android application development involves two key stages before the app reaches the end user: thorough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testing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to ensure quality and stability, and the formal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publishing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process, typically via the Google Play Store.</a:t>
            </a:r>
          </a:p>
          <a:p>
            <a:pPr algn="just">
              <a:lnSpc>
                <a:spcPct val="15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 smtClean="0"/>
              <a:t>Testing Android Applications: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Testing is an integral part of the development lifecycle, ensuring the app is functional, performs well, and is secure across various devices and network conditions.</a:t>
            </a:r>
          </a:p>
          <a:p>
            <a:pPr algn="just">
              <a:lnSpc>
                <a:spcPct val="15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Types of Testing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Unit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Focuses on testing individual components, such as methods or classes, in isolation, typically on the local machine (JVM).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Integration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Verifies that different modules or components of the application interact and work correctly with each other (e.g., between UI and database).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Functional/UI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Assesses whether the app's features function according to their intended purpose and user flows. It involves simulating user interactions with the UI.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Performance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Evaluates the app's responsiveness, speed, stability, and resource consumption (CPU, memory, battery) under various conditions and loads.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Security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Identifies vulnerabilities and weaknesses that could compromise the app's security and user data (e.g., SQL injection, insecure data storage).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Compatibility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Ensures the app functions correctly across a wide range of devices, screen sizes, and Android OS versions.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User Acceptance Testing (UAT)/Beta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Involves real users testing the app in a real-world environment to provide feedback on usability and functionality before the final release. </a:t>
            </a:r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Android Testing Frameworks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Android provides several tools and frameworks to facilitate different types of testing: </a:t>
            </a:r>
          </a:p>
          <a:p>
            <a:r>
              <a:rPr lang="en-US" b="1" dirty="0" err="1" smtClean="0"/>
              <a:t>JUnit</a:t>
            </a:r>
            <a:r>
              <a:rPr lang="en-US" b="1" dirty="0" smtClean="0"/>
              <a:t>:</a:t>
            </a:r>
            <a:r>
              <a:rPr lang="en-US" dirty="0" smtClean="0"/>
              <a:t> A popular framework for writing unit tests in Java, often used for local unit tests that run on the JVM.</a:t>
            </a:r>
          </a:p>
          <a:p>
            <a:r>
              <a:rPr lang="en-US" b="1" dirty="0" err="1" smtClean="0"/>
              <a:t>Robolectric</a:t>
            </a:r>
            <a:r>
              <a:rPr lang="en-US" b="1" dirty="0" smtClean="0"/>
              <a:t>:</a:t>
            </a:r>
            <a:r>
              <a:rPr lang="en-US" dirty="0" smtClean="0"/>
              <a:t> Allows running unit tests for Android components directly on the JVM without an emulator or a physical device, increasing test speed and reliability.</a:t>
            </a:r>
          </a:p>
          <a:p>
            <a:r>
              <a:rPr lang="en-US" b="1" dirty="0" smtClean="0"/>
              <a:t>Espresso:</a:t>
            </a:r>
            <a:r>
              <a:rPr lang="en-US" dirty="0" smtClean="0"/>
              <a:t> A framework for writing concise, reliable automated UI tests within a single application. It automatically synchronizes test actions with the app's UI thread.</a:t>
            </a:r>
          </a:p>
          <a:p>
            <a:r>
              <a:rPr lang="en-US" b="1" dirty="0" smtClean="0"/>
              <a:t>UI </a:t>
            </a:r>
            <a:r>
              <a:rPr lang="en-US" b="1" dirty="0" err="1" smtClean="0"/>
              <a:t>Automator</a:t>
            </a:r>
            <a:r>
              <a:rPr lang="en-US" b="1" dirty="0" smtClean="0"/>
              <a:t>:</a:t>
            </a:r>
            <a:r>
              <a:rPr lang="en-US" dirty="0" smtClean="0"/>
              <a:t> Designed for functional UI testing across multiple apps and system components. It provides APIs to interact with UI elements and is useful for black-box testing scenarios.</a:t>
            </a:r>
          </a:p>
          <a:p>
            <a:r>
              <a:rPr lang="en-US" b="1" dirty="0" err="1" smtClean="0"/>
              <a:t>Appium</a:t>
            </a:r>
            <a:r>
              <a:rPr lang="en-US" b="1" dirty="0" smtClean="0"/>
              <a:t>:</a:t>
            </a:r>
            <a:r>
              <a:rPr lang="en-US" dirty="0" smtClean="0"/>
              <a:t> An open-source, cross-platform framework for testing native and hybrid mobile apps, supporting multiple programming languages.</a:t>
            </a:r>
          </a:p>
          <a:p>
            <a:r>
              <a:rPr lang="en-US" b="1" dirty="0" smtClean="0"/>
              <a:t>Firebase Test Lab:</a:t>
            </a:r>
            <a:r>
              <a:rPr lang="en-US" dirty="0" smtClean="0"/>
              <a:t> A cloud-based service that allows testing an app on a wide variety of real physical and virtual devices. 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Publishing Android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214422"/>
            <a:ext cx="8929750" cy="550072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Preparing the Application for Release: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Before publishing, the app needs to be configured and finalized for a production environment.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Gather Materials: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Prepare necessary items such as an app icon (512x512 PNG), an end-user license agreement (EULA), a privacy policy, and promotional graphics and text for the store listing.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Configure for Release: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Choose a unique application ID that cannot be changed later.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Turn off debugging and logging (e.g., remove Log calls and set 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debuggable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false in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Gradle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Enable code and resource shrinking (R8 or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ProGuard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 to optimize the app size.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Review and update the AndroidManifest.xml file and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Gradle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settings, ensuring correct permissions, icons, 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versionCode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and 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versionName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are set.</a:t>
            </a:r>
          </a:p>
          <a:p>
            <a:pPr lvl="1">
              <a:lnSpc>
                <a:spcPct val="15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Ensure the app targets the required API level set by Google Play.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Build and Sign the App: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Create a release version of the app using an Android App Bundle (AAB) or APK file. The app must be digitally signed with a cryptographic key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keystore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 to verify its authenticity and ensure secure updates.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Final Testing: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Conduct a final round of testing on the release version, preferably on a range of physical devices, to ensure stability and performance in real-world conditions. 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Android application publishing is a process that makes your Android applications available to users. Infect, publishing is the last phase of the Android application development process.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40828" y="1600200"/>
            <a:ext cx="726026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Export Android Application Process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61124"/>
            <a:ext cx="8229600" cy="4204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Before exporting the apps, you must some of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Dx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tools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Dalvik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executable tools ): It going to convert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.class file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to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dex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file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it has useful for memory optimization and reduce the boot-up speed time</a:t>
            </a:r>
          </a:p>
          <a:p>
            <a:pPr algn="just">
              <a:lnSpc>
                <a:spcPct val="17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AAPT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(Android assistance packaging tool):it has useful to convert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Dex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file 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.Apk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(Android packaging kit): The final stage of deployment process is called as .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apk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70000"/>
              </a:lnSpc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 will need to export your application as an APK (Android Package) file before you upload it Google Play marketplace.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export an application, just open that application project in Android studio and select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Build → Generate Signed APK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from your Android studio and follow the simple steps to export your application.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Next select,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Generate Signed APK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option as shown in the above screen shot and then click it so that you get following screen where you will choose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Create new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keystore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to store your application.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Enter your key store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path,key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store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password,key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alias and key password to protect your application and click on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button once again. It will display following screen to let you create an application 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Once you filled up all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information,like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app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destination,build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type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flavours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click 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finish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button While creating an application it will show as below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Finally, it will generate your Android Application as APK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formate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File which will be uploaded at Google Play marketplace.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Releasing the Android Application to the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7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primary method for distribution is the Google Play Store, involving these steps: </a:t>
            </a:r>
          </a:p>
          <a:p>
            <a:pPr algn="just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Create a Google Play Developer Account: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Sign up and pay a one-time registration fee on the Play Console.</a:t>
            </a:r>
          </a:p>
          <a:p>
            <a:pPr algn="just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Set up the App Listing: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In the Play Console, create a new app, provide details like the app's name, category, full description, content rating, pricing, and distribution countries.</a:t>
            </a:r>
          </a:p>
          <a:p>
            <a:pPr algn="just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Upload the App Bundle: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Upload the signed release AAB (Android App Bundle) file to a specific track (internal testing, closed testing, open testing, or production).</a:t>
            </a:r>
          </a:p>
          <a:p>
            <a:pPr algn="just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Manage Testers (Optional but Recommended):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Utilize the testing tracks to gather feedback and fix issues with limited user groups before a full public release.</a:t>
            </a:r>
          </a:p>
          <a:p>
            <a:pPr algn="just">
              <a:lnSpc>
                <a:spcPct val="17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Publish the App: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Once satisfied with testing and configuration, roll out the application to the production track. Google Play will review the app for policy compliance (which can take a few hours to several days), after which it becomes available for users to download.</a:t>
            </a:r>
          </a:p>
          <a:p>
            <a:pPr algn="just">
              <a:lnSpc>
                <a:spcPct val="17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Google Play Registration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most important step is to register with Google Play using 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  <a:hlinkClick r:id="rId2"/>
              </a:rPr>
              <a:t>Google Play Marketplace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 You can use your existing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ID if you have any otherwise you can create a new Google ID and then register with the marketplace. You will have following screen to accept terms and condition.</a:t>
            </a:r>
          </a:p>
          <a:p>
            <a:pPr algn="just">
              <a:lnSpc>
                <a:spcPct val="20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You can use 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Continue to payment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button to proceed to make a payment of $25 as a registration fee and finally to complete your account detail.</a:t>
            </a:r>
          </a:p>
          <a:p>
            <a:pPr algn="just">
              <a:lnSpc>
                <a:spcPct val="200000"/>
              </a:lnSpc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Once you are a registered user at Google Play, you can upload 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release-ready APK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 for your application and finally you will complete application detail using application detail page as mentioned in step 9 of the above mentioned checklist.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2565</Words>
  <Application>Microsoft Office PowerPoint</Application>
  <PresentationFormat>On-screen Show (4:3)</PresentationFormat>
  <Paragraphs>670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Unit-4</vt:lpstr>
      <vt:lpstr>AsyncTask</vt:lpstr>
      <vt:lpstr>AsyncTask</vt:lpstr>
      <vt:lpstr>Need of AsyncTask In Android: </vt:lpstr>
      <vt:lpstr>AsyncTask</vt:lpstr>
      <vt:lpstr>Syntax of AsyncTask In Android: </vt:lpstr>
      <vt:lpstr>Syntax of AsyncTask class:</vt:lpstr>
      <vt:lpstr> Executions of AsyncTask class from main thread: </vt:lpstr>
      <vt:lpstr>Method of AsyncTask In Android: </vt:lpstr>
      <vt:lpstr>Example</vt:lpstr>
      <vt:lpstr>Example-2</vt:lpstr>
      <vt:lpstr>.java class</vt:lpstr>
      <vt:lpstr> AsyncTask using HTTP </vt:lpstr>
      <vt:lpstr>Java file</vt:lpstr>
      <vt:lpstr>Continue….</vt:lpstr>
      <vt:lpstr>AndroidManifest.xml (Permissions)</vt:lpstr>
      <vt:lpstr>SMS and Email</vt:lpstr>
      <vt:lpstr>Send SMS using SMSManager API</vt:lpstr>
      <vt:lpstr>Built-in application Intent for SMS:</vt:lpstr>
      <vt:lpstr>Example:MainActivity.java</vt:lpstr>
      <vt:lpstr>Continue</vt:lpstr>
      <vt:lpstr>Manifest.xml</vt:lpstr>
      <vt:lpstr>Email</vt:lpstr>
      <vt:lpstr>Example</vt:lpstr>
      <vt:lpstr>Java file</vt:lpstr>
      <vt:lpstr>Location-based services</vt:lpstr>
      <vt:lpstr>Component of location based  services in android </vt:lpstr>
      <vt:lpstr>Location Object</vt:lpstr>
      <vt:lpstr>Network vs. GPS</vt:lpstr>
      <vt:lpstr>Steps to get location in android</vt:lpstr>
      <vt:lpstr>Slide 31</vt:lpstr>
      <vt:lpstr>Continue</vt:lpstr>
      <vt:lpstr>UNIT-5</vt:lpstr>
      <vt:lpstr>  Types of Testing  </vt:lpstr>
      <vt:lpstr>Android Testing Frameworks</vt:lpstr>
      <vt:lpstr>Publishing Android Applications</vt:lpstr>
      <vt:lpstr>Android application publishing is a process that makes your Android applications available to users. Infect, publishing is the last phase of the Android application development process.</vt:lpstr>
      <vt:lpstr> Export Android Application Process  </vt:lpstr>
      <vt:lpstr>Before exporting the apps, you must some of tools</vt:lpstr>
      <vt:lpstr>Releasing the Android Application to the Users</vt:lpstr>
      <vt:lpstr>Google Play Registration 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Unit-4</dc:title>
  <dc:creator>ANUJ KUMAR</dc:creator>
  <cp:lastModifiedBy>ANUJ KUMAR</cp:lastModifiedBy>
  <cp:revision>34</cp:revision>
  <dcterms:created xsi:type="dcterms:W3CDTF">2025-11-03T05:12:23Z</dcterms:created>
  <dcterms:modified xsi:type="dcterms:W3CDTF">2025-11-06T04:25:39Z</dcterms:modified>
</cp:coreProperties>
</file>